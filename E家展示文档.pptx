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10.xml" ContentType="application/vnd.openxmlformats-officedocument.presentationml.tags+xml"/>
  <Override PartName="/ppt/tags/tag11.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tags/tag12.xml" ContentType="application/vnd.openxmlformats-officedocument.presentationml.tags+xml"/>
  <Override PartName="/ppt/tags/tag13.xml" ContentType="application/vnd.openxmlformats-officedocument.presentationml.tags+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sldIdLst>
    <p:sldId id="277" r:id="rId2"/>
    <p:sldId id="271" r:id="rId3"/>
    <p:sldId id="258" r:id="rId4"/>
    <p:sldId id="282" r:id="rId5"/>
    <p:sldId id="292" r:id="rId6"/>
    <p:sldId id="293" r:id="rId7"/>
    <p:sldId id="306" r:id="rId8"/>
    <p:sldId id="296" r:id="rId9"/>
    <p:sldId id="262" r:id="rId10"/>
    <p:sldId id="323" r:id="rId11"/>
    <p:sldId id="324" r:id="rId12"/>
    <p:sldId id="308" r:id="rId13"/>
    <p:sldId id="329" r:id="rId14"/>
    <p:sldId id="332" r:id="rId15"/>
    <p:sldId id="330" r:id="rId16"/>
    <p:sldId id="331" r:id="rId17"/>
    <p:sldId id="307" r:id="rId18"/>
    <p:sldId id="297" r:id="rId19"/>
    <p:sldId id="315" r:id="rId20"/>
    <p:sldId id="319" r:id="rId21"/>
    <p:sldId id="320" r:id="rId22"/>
    <p:sldId id="325" r:id="rId23"/>
    <p:sldId id="326" r:id="rId24"/>
    <p:sldId id="333" r:id="rId25"/>
    <p:sldId id="316" r:id="rId26"/>
    <p:sldId id="318" r:id="rId27"/>
    <p:sldId id="321" r:id="rId28"/>
    <p:sldId id="322" r:id="rId29"/>
    <p:sldId id="327" r:id="rId30"/>
    <p:sldId id="335" r:id="rId31"/>
    <p:sldId id="328" r:id="rId32"/>
    <p:sldId id="334" r:id="rId33"/>
    <p:sldId id="298" r:id="rId34"/>
  </p:sldIdLst>
  <p:sldSz cx="12192000" cy="6858000"/>
  <p:notesSz cx="6858000" cy="9144000"/>
  <p:custDataLst>
    <p:tags r:id="rId3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orient="horz" pos="2160">
          <p15:clr>
            <a:srgbClr val="A4A3A4"/>
          </p15:clr>
        </p15:guide>
        <p15:guide id="3"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14865"/>
    <a:srgbClr val="610303"/>
    <a:srgbClr val="31C2DF"/>
    <a:srgbClr val="82B0CC"/>
    <a:srgbClr val="4D8FB7"/>
    <a:srgbClr val="666666"/>
    <a:srgbClr val="8E8E8E"/>
    <a:srgbClr val="E2E9E9"/>
    <a:srgbClr val="0000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107" autoAdjust="0"/>
    <p:restoredTop sz="94660" autoAdjust="0"/>
  </p:normalViewPr>
  <p:slideViewPr>
    <p:cSldViewPr snapToGrid="0">
      <p:cViewPr varScale="1">
        <p:scale>
          <a:sx n="88" d="100"/>
          <a:sy n="88" d="100"/>
        </p:scale>
        <p:origin x="108" y="57"/>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91" d="100"/>
        <a:sy n="91"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gs" Target="tags/tag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1EFB1FE-9661-484F-A3F4-A28076CBD086}" type="datetimeFigureOut">
              <a:rPr lang="zh-CN" altLang="en-US" smtClean="0"/>
              <a:t>2024/8/28</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F1CB6D9-8422-47B9-A6AD-378C452C6559}" type="slidenum">
              <a:rPr lang="zh-CN" altLang="en-US" smtClean="0"/>
              <a:t>‹#›</a:t>
            </a:fld>
            <a:endParaRPr lang="zh-CN" altLang="en-US"/>
          </a:p>
        </p:txBody>
      </p:sp>
    </p:spTree>
    <p:extLst>
      <p:ext uri="{BB962C8B-B14F-4D97-AF65-F5344CB8AC3E}">
        <p14:creationId xmlns:p14="http://schemas.microsoft.com/office/powerpoint/2010/main" val="34602270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1CB6D9-8422-47B9-A6AD-378C452C6559}" type="slidenum">
              <a:rPr lang="zh-CN" altLang="en-US" smtClean="0"/>
              <a:t>1</a:t>
            </a:fld>
            <a:endParaRPr lang="zh-CN" altLang="en-US"/>
          </a:p>
        </p:txBody>
      </p:sp>
    </p:spTree>
    <p:extLst>
      <p:ext uri="{BB962C8B-B14F-4D97-AF65-F5344CB8AC3E}">
        <p14:creationId xmlns:p14="http://schemas.microsoft.com/office/powerpoint/2010/main" val="35636480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1CB6D9-8422-47B9-A6AD-378C452C6559}" type="slidenum">
              <a:rPr lang="zh-CN" altLang="en-US" smtClean="0"/>
              <a:t>2</a:t>
            </a:fld>
            <a:endParaRPr lang="zh-CN" altLang="en-US"/>
          </a:p>
        </p:txBody>
      </p:sp>
    </p:spTree>
    <p:extLst>
      <p:ext uri="{BB962C8B-B14F-4D97-AF65-F5344CB8AC3E}">
        <p14:creationId xmlns:p14="http://schemas.microsoft.com/office/powerpoint/2010/main" val="12475939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1CB6D9-8422-47B9-A6AD-378C452C6559}" type="slidenum">
              <a:rPr lang="zh-CN" altLang="en-US" smtClean="0"/>
              <a:t>3</a:t>
            </a:fld>
            <a:endParaRPr lang="zh-CN" altLang="en-US"/>
          </a:p>
        </p:txBody>
      </p:sp>
    </p:spTree>
    <p:extLst>
      <p:ext uri="{BB962C8B-B14F-4D97-AF65-F5344CB8AC3E}">
        <p14:creationId xmlns:p14="http://schemas.microsoft.com/office/powerpoint/2010/main" val="28075139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1CB6D9-8422-47B9-A6AD-378C452C6559}" type="slidenum">
              <a:rPr lang="zh-CN" altLang="en-US" smtClean="0"/>
              <a:t>4</a:t>
            </a:fld>
            <a:endParaRPr lang="zh-CN" altLang="en-US"/>
          </a:p>
        </p:txBody>
      </p:sp>
    </p:spTree>
    <p:extLst>
      <p:ext uri="{BB962C8B-B14F-4D97-AF65-F5344CB8AC3E}">
        <p14:creationId xmlns:p14="http://schemas.microsoft.com/office/powerpoint/2010/main" val="20599441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1CB6D9-8422-47B9-A6AD-378C452C6559}" type="slidenum">
              <a:rPr lang="zh-CN" altLang="en-US" smtClean="0"/>
              <a:t>5</a:t>
            </a:fld>
            <a:endParaRPr lang="zh-CN" altLang="en-US"/>
          </a:p>
        </p:txBody>
      </p:sp>
    </p:spTree>
    <p:extLst>
      <p:ext uri="{BB962C8B-B14F-4D97-AF65-F5344CB8AC3E}">
        <p14:creationId xmlns:p14="http://schemas.microsoft.com/office/powerpoint/2010/main" val="25693440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1CB6D9-8422-47B9-A6AD-378C452C6559}" type="slidenum">
              <a:rPr lang="zh-CN" altLang="en-US" smtClean="0"/>
              <a:t>6</a:t>
            </a:fld>
            <a:endParaRPr lang="zh-CN" altLang="en-US"/>
          </a:p>
        </p:txBody>
      </p:sp>
    </p:spTree>
    <p:extLst>
      <p:ext uri="{BB962C8B-B14F-4D97-AF65-F5344CB8AC3E}">
        <p14:creationId xmlns:p14="http://schemas.microsoft.com/office/powerpoint/2010/main" val="33445556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1CB6D9-8422-47B9-A6AD-378C452C6559}" type="slidenum">
              <a:rPr lang="zh-CN" altLang="en-US" smtClean="0"/>
              <a:t>7</a:t>
            </a:fld>
            <a:endParaRPr lang="zh-CN" altLang="en-US"/>
          </a:p>
        </p:txBody>
      </p:sp>
    </p:spTree>
    <p:extLst>
      <p:ext uri="{BB962C8B-B14F-4D97-AF65-F5344CB8AC3E}">
        <p14:creationId xmlns:p14="http://schemas.microsoft.com/office/powerpoint/2010/main" val="8357972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1CB6D9-8422-47B9-A6AD-378C452C6559}" type="slidenum">
              <a:rPr lang="zh-CN" altLang="en-US" smtClean="0"/>
              <a:t>8</a:t>
            </a:fld>
            <a:endParaRPr lang="zh-CN" altLang="en-US"/>
          </a:p>
        </p:txBody>
      </p:sp>
    </p:spTree>
    <p:extLst>
      <p:ext uri="{BB962C8B-B14F-4D97-AF65-F5344CB8AC3E}">
        <p14:creationId xmlns:p14="http://schemas.microsoft.com/office/powerpoint/2010/main" val="22120300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1CB6D9-8422-47B9-A6AD-378C452C6559}" type="slidenum">
              <a:rPr lang="zh-CN" altLang="en-US" smtClean="0"/>
              <a:t>9</a:t>
            </a:fld>
            <a:endParaRPr lang="zh-CN" altLang="en-US"/>
          </a:p>
        </p:txBody>
      </p:sp>
    </p:spTree>
    <p:extLst>
      <p:ext uri="{BB962C8B-B14F-4D97-AF65-F5344CB8AC3E}">
        <p14:creationId xmlns:p14="http://schemas.microsoft.com/office/powerpoint/2010/main" val="25881677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1CB6D9-8422-47B9-A6AD-378C452C6559}" type="slidenum">
              <a:rPr lang="zh-CN" altLang="en-US" smtClean="0"/>
              <a:t>10</a:t>
            </a:fld>
            <a:endParaRPr lang="zh-CN" altLang="en-US"/>
          </a:p>
        </p:txBody>
      </p:sp>
    </p:spTree>
    <p:extLst>
      <p:ext uri="{BB962C8B-B14F-4D97-AF65-F5344CB8AC3E}">
        <p14:creationId xmlns:p14="http://schemas.microsoft.com/office/powerpoint/2010/main" val="11749672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1CB6D9-8422-47B9-A6AD-378C452C6559}" type="slidenum">
              <a:rPr lang="zh-CN" altLang="en-US" smtClean="0"/>
              <a:t>11</a:t>
            </a:fld>
            <a:endParaRPr lang="zh-CN" altLang="en-US"/>
          </a:p>
        </p:txBody>
      </p:sp>
    </p:spTree>
    <p:extLst>
      <p:ext uri="{BB962C8B-B14F-4D97-AF65-F5344CB8AC3E}">
        <p14:creationId xmlns:p14="http://schemas.microsoft.com/office/powerpoint/2010/main" val="21963532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1CB6D9-8422-47B9-A6AD-378C452C6559}" type="slidenum">
              <a:rPr lang="zh-CN" altLang="en-US" smtClean="0"/>
              <a:t>12</a:t>
            </a:fld>
            <a:endParaRPr lang="zh-CN" altLang="en-US"/>
          </a:p>
        </p:txBody>
      </p:sp>
    </p:spTree>
    <p:extLst>
      <p:ext uri="{BB962C8B-B14F-4D97-AF65-F5344CB8AC3E}">
        <p14:creationId xmlns:p14="http://schemas.microsoft.com/office/powerpoint/2010/main" val="14274880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1CB6D9-8422-47B9-A6AD-378C452C6559}" type="slidenum">
              <a:rPr lang="zh-CN" altLang="en-US" smtClean="0"/>
              <a:t>13</a:t>
            </a:fld>
            <a:endParaRPr lang="zh-CN" altLang="en-US"/>
          </a:p>
        </p:txBody>
      </p:sp>
    </p:spTree>
    <p:extLst>
      <p:ext uri="{BB962C8B-B14F-4D97-AF65-F5344CB8AC3E}">
        <p14:creationId xmlns:p14="http://schemas.microsoft.com/office/powerpoint/2010/main" val="22341281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1CB6D9-8422-47B9-A6AD-378C452C6559}" type="slidenum">
              <a:rPr lang="zh-CN" altLang="en-US" smtClean="0"/>
              <a:t>14</a:t>
            </a:fld>
            <a:endParaRPr lang="zh-CN" altLang="en-US"/>
          </a:p>
        </p:txBody>
      </p:sp>
    </p:spTree>
    <p:extLst>
      <p:ext uri="{BB962C8B-B14F-4D97-AF65-F5344CB8AC3E}">
        <p14:creationId xmlns:p14="http://schemas.microsoft.com/office/powerpoint/2010/main" val="12267033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1CB6D9-8422-47B9-A6AD-378C452C6559}" type="slidenum">
              <a:rPr lang="zh-CN" altLang="en-US" smtClean="0"/>
              <a:t>15</a:t>
            </a:fld>
            <a:endParaRPr lang="zh-CN" altLang="en-US"/>
          </a:p>
        </p:txBody>
      </p:sp>
    </p:spTree>
    <p:extLst>
      <p:ext uri="{BB962C8B-B14F-4D97-AF65-F5344CB8AC3E}">
        <p14:creationId xmlns:p14="http://schemas.microsoft.com/office/powerpoint/2010/main" val="13750139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1CB6D9-8422-47B9-A6AD-378C452C6559}" type="slidenum">
              <a:rPr lang="zh-CN" altLang="en-US" smtClean="0"/>
              <a:t>16</a:t>
            </a:fld>
            <a:endParaRPr lang="zh-CN" altLang="en-US"/>
          </a:p>
        </p:txBody>
      </p:sp>
    </p:spTree>
    <p:extLst>
      <p:ext uri="{BB962C8B-B14F-4D97-AF65-F5344CB8AC3E}">
        <p14:creationId xmlns:p14="http://schemas.microsoft.com/office/powerpoint/2010/main" val="5661140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1CB6D9-8422-47B9-A6AD-378C452C6559}" type="slidenum">
              <a:rPr lang="zh-CN" altLang="en-US" smtClean="0"/>
              <a:t>17</a:t>
            </a:fld>
            <a:endParaRPr lang="zh-CN" altLang="en-US"/>
          </a:p>
        </p:txBody>
      </p:sp>
    </p:spTree>
    <p:extLst>
      <p:ext uri="{BB962C8B-B14F-4D97-AF65-F5344CB8AC3E}">
        <p14:creationId xmlns:p14="http://schemas.microsoft.com/office/powerpoint/2010/main" val="338538253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1CB6D9-8422-47B9-A6AD-378C452C6559}" type="slidenum">
              <a:rPr lang="zh-CN" altLang="en-US" smtClean="0"/>
              <a:t>18</a:t>
            </a:fld>
            <a:endParaRPr lang="zh-CN" altLang="en-US"/>
          </a:p>
        </p:txBody>
      </p:sp>
    </p:spTree>
    <p:extLst>
      <p:ext uri="{BB962C8B-B14F-4D97-AF65-F5344CB8AC3E}">
        <p14:creationId xmlns:p14="http://schemas.microsoft.com/office/powerpoint/2010/main" val="263381586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1CB6D9-8422-47B9-A6AD-378C452C6559}" type="slidenum">
              <a:rPr lang="zh-CN" altLang="en-US" smtClean="0"/>
              <a:t>19</a:t>
            </a:fld>
            <a:endParaRPr lang="zh-CN" altLang="en-US"/>
          </a:p>
        </p:txBody>
      </p:sp>
    </p:spTree>
    <p:extLst>
      <p:ext uri="{BB962C8B-B14F-4D97-AF65-F5344CB8AC3E}">
        <p14:creationId xmlns:p14="http://schemas.microsoft.com/office/powerpoint/2010/main" val="133719917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1CB6D9-8422-47B9-A6AD-378C452C6559}" type="slidenum">
              <a:rPr lang="zh-CN" altLang="en-US" smtClean="0"/>
              <a:t>20</a:t>
            </a:fld>
            <a:endParaRPr lang="zh-CN" altLang="en-US"/>
          </a:p>
        </p:txBody>
      </p:sp>
    </p:spTree>
    <p:extLst>
      <p:ext uri="{BB962C8B-B14F-4D97-AF65-F5344CB8AC3E}">
        <p14:creationId xmlns:p14="http://schemas.microsoft.com/office/powerpoint/2010/main" val="220872252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1CB6D9-8422-47B9-A6AD-378C452C6559}" type="slidenum">
              <a:rPr lang="zh-CN" altLang="en-US" smtClean="0"/>
              <a:t>21</a:t>
            </a:fld>
            <a:endParaRPr lang="zh-CN" altLang="en-US"/>
          </a:p>
        </p:txBody>
      </p:sp>
    </p:spTree>
    <p:extLst>
      <p:ext uri="{BB962C8B-B14F-4D97-AF65-F5344CB8AC3E}">
        <p14:creationId xmlns:p14="http://schemas.microsoft.com/office/powerpoint/2010/main" val="336785602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1CB6D9-8422-47B9-A6AD-378C452C6559}" type="slidenum">
              <a:rPr lang="zh-CN" altLang="en-US" smtClean="0"/>
              <a:t>22</a:t>
            </a:fld>
            <a:endParaRPr lang="zh-CN" altLang="en-US"/>
          </a:p>
        </p:txBody>
      </p:sp>
    </p:spTree>
    <p:extLst>
      <p:ext uri="{BB962C8B-B14F-4D97-AF65-F5344CB8AC3E}">
        <p14:creationId xmlns:p14="http://schemas.microsoft.com/office/powerpoint/2010/main" val="129378278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1CB6D9-8422-47B9-A6AD-378C452C6559}" type="slidenum">
              <a:rPr lang="zh-CN" altLang="en-US" smtClean="0"/>
              <a:t>23</a:t>
            </a:fld>
            <a:endParaRPr lang="zh-CN" altLang="en-US"/>
          </a:p>
        </p:txBody>
      </p:sp>
    </p:spTree>
    <p:extLst>
      <p:ext uri="{BB962C8B-B14F-4D97-AF65-F5344CB8AC3E}">
        <p14:creationId xmlns:p14="http://schemas.microsoft.com/office/powerpoint/2010/main" val="26025400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1CB6D9-8422-47B9-A6AD-378C452C6559}" type="slidenum">
              <a:rPr lang="zh-CN" altLang="en-US" smtClean="0"/>
              <a:t>24</a:t>
            </a:fld>
            <a:endParaRPr lang="zh-CN" altLang="en-US"/>
          </a:p>
        </p:txBody>
      </p:sp>
    </p:spTree>
    <p:extLst>
      <p:ext uri="{BB962C8B-B14F-4D97-AF65-F5344CB8AC3E}">
        <p14:creationId xmlns:p14="http://schemas.microsoft.com/office/powerpoint/2010/main" val="310361258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1CB6D9-8422-47B9-A6AD-378C452C6559}" type="slidenum">
              <a:rPr lang="zh-CN" altLang="en-US" smtClean="0"/>
              <a:t>25</a:t>
            </a:fld>
            <a:endParaRPr lang="zh-CN" altLang="en-US"/>
          </a:p>
        </p:txBody>
      </p:sp>
    </p:spTree>
    <p:extLst>
      <p:ext uri="{BB962C8B-B14F-4D97-AF65-F5344CB8AC3E}">
        <p14:creationId xmlns:p14="http://schemas.microsoft.com/office/powerpoint/2010/main" val="418079463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1CB6D9-8422-47B9-A6AD-378C452C6559}" type="slidenum">
              <a:rPr lang="zh-CN" altLang="en-US" smtClean="0"/>
              <a:t>26</a:t>
            </a:fld>
            <a:endParaRPr lang="zh-CN" altLang="en-US"/>
          </a:p>
        </p:txBody>
      </p:sp>
    </p:spTree>
    <p:extLst>
      <p:ext uri="{BB962C8B-B14F-4D97-AF65-F5344CB8AC3E}">
        <p14:creationId xmlns:p14="http://schemas.microsoft.com/office/powerpoint/2010/main" val="274391864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1CB6D9-8422-47B9-A6AD-378C452C6559}" type="slidenum">
              <a:rPr lang="zh-CN" altLang="en-US" smtClean="0"/>
              <a:t>27</a:t>
            </a:fld>
            <a:endParaRPr lang="zh-CN" altLang="en-US"/>
          </a:p>
        </p:txBody>
      </p:sp>
    </p:spTree>
    <p:extLst>
      <p:ext uri="{BB962C8B-B14F-4D97-AF65-F5344CB8AC3E}">
        <p14:creationId xmlns:p14="http://schemas.microsoft.com/office/powerpoint/2010/main" val="248587102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1CB6D9-8422-47B9-A6AD-378C452C6559}" type="slidenum">
              <a:rPr lang="zh-CN" altLang="en-US" smtClean="0"/>
              <a:t>28</a:t>
            </a:fld>
            <a:endParaRPr lang="zh-CN" altLang="en-US"/>
          </a:p>
        </p:txBody>
      </p:sp>
    </p:spTree>
    <p:extLst>
      <p:ext uri="{BB962C8B-B14F-4D97-AF65-F5344CB8AC3E}">
        <p14:creationId xmlns:p14="http://schemas.microsoft.com/office/powerpoint/2010/main" val="146350307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1CB6D9-8422-47B9-A6AD-378C452C6559}" type="slidenum">
              <a:rPr lang="zh-CN" altLang="en-US" smtClean="0"/>
              <a:t>29</a:t>
            </a:fld>
            <a:endParaRPr lang="zh-CN" altLang="en-US"/>
          </a:p>
        </p:txBody>
      </p:sp>
    </p:spTree>
    <p:extLst>
      <p:ext uri="{BB962C8B-B14F-4D97-AF65-F5344CB8AC3E}">
        <p14:creationId xmlns:p14="http://schemas.microsoft.com/office/powerpoint/2010/main" val="305852415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1CB6D9-8422-47B9-A6AD-378C452C6559}" type="slidenum">
              <a:rPr lang="zh-CN" altLang="en-US" smtClean="0"/>
              <a:t>30</a:t>
            </a:fld>
            <a:endParaRPr lang="zh-CN" altLang="en-US"/>
          </a:p>
        </p:txBody>
      </p:sp>
    </p:spTree>
    <p:extLst>
      <p:ext uri="{BB962C8B-B14F-4D97-AF65-F5344CB8AC3E}">
        <p14:creationId xmlns:p14="http://schemas.microsoft.com/office/powerpoint/2010/main" val="38813172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1CB6D9-8422-47B9-A6AD-378C452C6559}" type="slidenum">
              <a:rPr lang="zh-CN" altLang="en-US" smtClean="0"/>
              <a:t>31</a:t>
            </a:fld>
            <a:endParaRPr lang="zh-CN" altLang="en-US"/>
          </a:p>
        </p:txBody>
      </p:sp>
    </p:spTree>
    <p:extLst>
      <p:ext uri="{BB962C8B-B14F-4D97-AF65-F5344CB8AC3E}">
        <p14:creationId xmlns:p14="http://schemas.microsoft.com/office/powerpoint/2010/main" val="131814262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1CB6D9-8422-47B9-A6AD-378C452C6559}" type="slidenum">
              <a:rPr lang="zh-CN" altLang="en-US" smtClean="0"/>
              <a:t>32</a:t>
            </a:fld>
            <a:endParaRPr lang="zh-CN" altLang="en-US"/>
          </a:p>
        </p:txBody>
      </p:sp>
    </p:spTree>
    <p:extLst>
      <p:ext uri="{BB962C8B-B14F-4D97-AF65-F5344CB8AC3E}">
        <p14:creationId xmlns:p14="http://schemas.microsoft.com/office/powerpoint/2010/main" val="117782919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F1CB6D9-8422-47B9-A6AD-378C452C6559}" type="slidenum">
              <a:rPr lang="zh-CN" altLang="en-US" smtClean="0"/>
              <a:t>33</a:t>
            </a:fld>
            <a:endParaRPr lang="zh-CN" altLang="en-US"/>
          </a:p>
        </p:txBody>
      </p:sp>
    </p:spTree>
    <p:extLst>
      <p:ext uri="{BB962C8B-B14F-4D97-AF65-F5344CB8AC3E}">
        <p14:creationId xmlns:p14="http://schemas.microsoft.com/office/powerpoint/2010/main" val="20915472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152231116"/>
      </p:ext>
    </p:extLst>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
      <p:transition spd="slow" advClick="0" advTm="3000">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1858262888"/>
      </p:ext>
    </p:extLst>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
      <p:transition spd="slow" advClick="0" advTm="3000">
        <p:random/>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dkUpDiag">
          <a:fgClr>
            <a:schemeClr val="bg1">
              <a:lumMod val="95000"/>
            </a:schemeClr>
          </a:fgClr>
          <a:bgClr>
            <a:schemeClr val="bg1"/>
          </a:bgClr>
        </a:patt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9743446"/>
      </p:ext>
    </p:extLst>
  </p:cSld>
  <p:clrMap bg1="lt1" tx1="dk1" bg2="lt2" tx2="dk2" accent1="accent1" accent2="accent2" accent3="accent3" accent4="accent4" accent5="accent5" accent6="accent6" hlink="hlink" folHlink="folHlink"/>
  <p:sldLayoutIdLst>
    <p:sldLayoutId id="2147483649" r:id="rId1"/>
    <p:sldLayoutId id="2147483650" r:id="rId2"/>
  </p:sldLayoutIdLst>
  <mc:AlternateContent xmlns:mc="http://schemas.openxmlformats.org/markup-compatibility/2006" xmlns:p14="http://schemas.microsoft.com/office/powerpoint/2010/main">
    <mc:Choice Requires="p14">
      <p:transition spd="slow" p14:dur="1500" advClick="0" advTm="3000">
        <p:random/>
      </p:transition>
    </mc:Choice>
    <mc:Fallback xmlns="">
      <p:transition spd="slow" advClick="0" advTm="3000">
        <p:random/>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xml"/><Relationship Id="rId1" Type="http://schemas.openxmlformats.org/officeDocument/2006/relationships/tags" Target="../tags/tag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xml"/><Relationship Id="rId1" Type="http://schemas.openxmlformats.org/officeDocument/2006/relationships/tags" Target="../tags/tag4.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xml"/><Relationship Id="rId1" Type="http://schemas.openxmlformats.org/officeDocument/2006/relationships/tags" Target="../tags/tag6.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xml"/><Relationship Id="rId1" Type="http://schemas.openxmlformats.org/officeDocument/2006/relationships/tags" Target="../tags/tag8.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1.xml"/><Relationship Id="rId1" Type="http://schemas.openxmlformats.org/officeDocument/2006/relationships/tags" Target="../tags/tag10.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3.xml"/><Relationship Id="rId1" Type="http://schemas.openxmlformats.org/officeDocument/2006/relationships/tags" Target="../tags/tag12.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dkUpDiag">
          <a:fgClr>
            <a:schemeClr val="bg1">
              <a:lumMod val="95000"/>
            </a:schemeClr>
          </a:fgClr>
          <a:bgClr>
            <a:schemeClr val="bg1"/>
          </a:bgClr>
        </a:pattFill>
        <a:effectLst/>
      </p:bgPr>
    </p:bg>
    <p:spTree>
      <p:nvGrpSpPr>
        <p:cNvPr id="1" name=""/>
        <p:cNvGrpSpPr/>
        <p:nvPr/>
      </p:nvGrpSpPr>
      <p:grpSpPr>
        <a:xfrm>
          <a:off x="0" y="0"/>
          <a:ext cx="0" cy="0"/>
          <a:chOff x="0" y="0"/>
          <a:chExt cx="0" cy="0"/>
        </a:xfrm>
      </p:grpSpPr>
      <p:sp>
        <p:nvSpPr>
          <p:cNvPr id="4" name="矩形 3"/>
          <p:cNvSpPr/>
          <p:nvPr/>
        </p:nvSpPr>
        <p:spPr>
          <a:xfrm>
            <a:off x="1300292" y="2510757"/>
            <a:ext cx="9655728" cy="923330"/>
          </a:xfrm>
          <a:prstGeom prst="rect">
            <a:avLst/>
          </a:prstGeom>
          <a:solidFill>
            <a:srgbClr val="314865"/>
          </a:solidFill>
          <a:ln>
            <a:solidFill>
              <a:schemeClr val="tx1">
                <a:lumMod val="75000"/>
                <a:lumOff val="25000"/>
              </a:schemeClr>
            </a:solidFill>
          </a:ln>
        </p:spPr>
        <p:txBody>
          <a:bodyPr wrap="square" anchor="ctr">
            <a:spAutoFit/>
          </a:bodyPr>
          <a:lstStyle/>
          <a:p>
            <a:pPr algn="ctr"/>
            <a:r>
              <a:rPr lang="zh-CN" altLang="en-US" sz="5400" b="1" dirty="0">
                <a:solidFill>
                  <a:schemeClr val="bg1"/>
                </a:solidFill>
                <a:effectLst>
                  <a:outerShdw blurRad="38100" dist="38100" dir="2700000" algn="tl">
                    <a:srgbClr val="000000">
                      <a:alpha val="43137"/>
                    </a:srgbClr>
                  </a:outerShdw>
                </a:effectLst>
                <a:latin typeface="Arial"/>
                <a:ea typeface="微软雅黑"/>
                <a:sym typeface="Arial"/>
              </a:rPr>
              <a:t>网上商城系统</a:t>
            </a:r>
          </a:p>
        </p:txBody>
      </p:sp>
      <p:sp>
        <p:nvSpPr>
          <p:cNvPr id="22" name="TextBox 7">
            <a:extLst>
              <a:ext uri="{FF2B5EF4-FFF2-40B4-BE49-F238E27FC236}">
                <a16:creationId xmlns:a16="http://schemas.microsoft.com/office/drawing/2014/main" id="{C23E139E-6490-4619-BC23-1278360B5935}"/>
              </a:ext>
            </a:extLst>
          </p:cNvPr>
          <p:cNvSpPr>
            <a:spLocks noChangeArrowheads="1"/>
          </p:cNvSpPr>
          <p:nvPr/>
        </p:nvSpPr>
        <p:spPr bwMode="auto">
          <a:xfrm>
            <a:off x="3335343" y="4950086"/>
            <a:ext cx="542587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fontAlgn="auto">
              <a:spcBef>
                <a:spcPts val="0"/>
              </a:spcBef>
              <a:spcAft>
                <a:spcPts val="0"/>
              </a:spcAft>
              <a:defRPr/>
            </a:pPr>
            <a:r>
              <a:rPr lang="en-US" altLang="zh-CN" b="1" dirty="0">
                <a:solidFill>
                  <a:schemeClr val="tx1">
                    <a:lumMod val="50000"/>
                    <a:lumOff val="50000"/>
                  </a:schemeClr>
                </a:solidFill>
                <a:latin typeface="Arial"/>
                <a:ea typeface="微软雅黑"/>
                <a:sym typeface="Arial"/>
              </a:rPr>
              <a:t> </a:t>
            </a:r>
            <a:r>
              <a:rPr lang="zh-CN" altLang="en-US" b="1" dirty="0">
                <a:solidFill>
                  <a:schemeClr val="tx1">
                    <a:lumMod val="50000"/>
                    <a:lumOff val="50000"/>
                  </a:schemeClr>
                </a:solidFill>
                <a:latin typeface="Arial"/>
                <a:ea typeface="微软雅黑"/>
                <a:sym typeface="Arial"/>
              </a:rPr>
              <a:t>刘继逍</a:t>
            </a:r>
          </a:p>
        </p:txBody>
      </p:sp>
      <p:cxnSp>
        <p:nvCxnSpPr>
          <p:cNvPr id="23" name="直接连接符 22">
            <a:extLst>
              <a:ext uri="{FF2B5EF4-FFF2-40B4-BE49-F238E27FC236}">
                <a16:creationId xmlns:a16="http://schemas.microsoft.com/office/drawing/2014/main" id="{A5C28C4B-295F-427E-97BE-5B976946F29D}"/>
              </a:ext>
            </a:extLst>
          </p:cNvPr>
          <p:cNvCxnSpPr/>
          <p:nvPr/>
        </p:nvCxnSpPr>
        <p:spPr>
          <a:xfrm flipH="1">
            <a:off x="2724553" y="5088585"/>
            <a:ext cx="610790" cy="0"/>
          </a:xfrm>
          <a:prstGeom prst="line">
            <a:avLst/>
          </a:prstGeom>
          <a:ln w="6350">
            <a:solidFill>
              <a:schemeClr val="tx1">
                <a:lumMod val="85000"/>
                <a:lumOff val="15000"/>
              </a:schemeClr>
            </a:solidFill>
            <a:prstDash val="dash"/>
            <a:headEnd type="oval"/>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0C2FDB96-8147-4A79-9269-76F1E31F645A}"/>
              </a:ext>
            </a:extLst>
          </p:cNvPr>
          <p:cNvCxnSpPr/>
          <p:nvPr/>
        </p:nvCxnSpPr>
        <p:spPr>
          <a:xfrm>
            <a:off x="8761222" y="5088585"/>
            <a:ext cx="610790" cy="0"/>
          </a:xfrm>
          <a:prstGeom prst="line">
            <a:avLst/>
          </a:prstGeom>
          <a:ln w="6350">
            <a:solidFill>
              <a:schemeClr val="tx1">
                <a:lumMod val="85000"/>
                <a:lumOff val="15000"/>
              </a:schemeClr>
            </a:solidFill>
            <a:prstDash val="dash"/>
            <a:headEnd type="oval"/>
          </a:ln>
        </p:spPr>
        <p:style>
          <a:lnRef idx="1">
            <a:schemeClr val="accent1"/>
          </a:lnRef>
          <a:fillRef idx="0">
            <a:schemeClr val="accent1"/>
          </a:fillRef>
          <a:effectRef idx="0">
            <a:schemeClr val="accent1"/>
          </a:effectRef>
          <a:fontRef idx="minor">
            <a:schemeClr val="tx1"/>
          </a:fontRef>
        </p:style>
      </p:cxnSp>
      <p:sp>
        <p:nvSpPr>
          <p:cNvPr id="2" name="等腰三角形 1">
            <a:extLst>
              <a:ext uri="{FF2B5EF4-FFF2-40B4-BE49-F238E27FC236}">
                <a16:creationId xmlns:a16="http://schemas.microsoft.com/office/drawing/2014/main" id="{F0AE1546-F1A7-4AD3-A1CF-E0FC1F37E09A}"/>
              </a:ext>
            </a:extLst>
          </p:cNvPr>
          <p:cNvSpPr/>
          <p:nvPr/>
        </p:nvSpPr>
        <p:spPr>
          <a:xfrm rot="4499273">
            <a:off x="1511166" y="231006"/>
            <a:ext cx="1607419" cy="1385706"/>
          </a:xfrm>
          <a:prstGeom prst="triangle">
            <a:avLst/>
          </a:prstGeom>
          <a:no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
        <p:nvSpPr>
          <p:cNvPr id="199" name="等腰三角形 198">
            <a:extLst>
              <a:ext uri="{FF2B5EF4-FFF2-40B4-BE49-F238E27FC236}">
                <a16:creationId xmlns:a16="http://schemas.microsoft.com/office/drawing/2014/main" id="{E119EE2D-2DDC-4BDC-8023-53213D15A010}"/>
              </a:ext>
            </a:extLst>
          </p:cNvPr>
          <p:cNvSpPr/>
          <p:nvPr/>
        </p:nvSpPr>
        <p:spPr>
          <a:xfrm rot="18665383">
            <a:off x="10422453" y="4319379"/>
            <a:ext cx="1463240" cy="1261414"/>
          </a:xfrm>
          <a:prstGeom prst="triangle">
            <a:avLst/>
          </a:prstGeom>
          <a:no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
        <p:nvSpPr>
          <p:cNvPr id="200" name="等腰三角形 199">
            <a:extLst>
              <a:ext uri="{FF2B5EF4-FFF2-40B4-BE49-F238E27FC236}">
                <a16:creationId xmlns:a16="http://schemas.microsoft.com/office/drawing/2014/main" id="{5C186AE1-013F-4ACB-9141-5EB620591E71}"/>
              </a:ext>
            </a:extLst>
          </p:cNvPr>
          <p:cNvSpPr/>
          <p:nvPr/>
        </p:nvSpPr>
        <p:spPr>
          <a:xfrm rot="961450">
            <a:off x="11233554" y="6038168"/>
            <a:ext cx="798333" cy="688218"/>
          </a:xfrm>
          <a:prstGeom prst="triangle">
            <a:avLst/>
          </a:prstGeom>
          <a:no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
        <p:nvSpPr>
          <p:cNvPr id="201" name="等腰三角形 200">
            <a:extLst>
              <a:ext uri="{FF2B5EF4-FFF2-40B4-BE49-F238E27FC236}">
                <a16:creationId xmlns:a16="http://schemas.microsoft.com/office/drawing/2014/main" id="{6E2EAD45-83C8-4B49-A507-241CE4DE8969}"/>
              </a:ext>
            </a:extLst>
          </p:cNvPr>
          <p:cNvSpPr/>
          <p:nvPr/>
        </p:nvSpPr>
        <p:spPr>
          <a:xfrm rot="7947741">
            <a:off x="400932" y="1199831"/>
            <a:ext cx="1209165" cy="1042384"/>
          </a:xfrm>
          <a:prstGeom prst="triangle">
            <a:avLst/>
          </a:prstGeom>
          <a:no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Tree>
    <p:extLst>
      <p:ext uri="{BB962C8B-B14F-4D97-AF65-F5344CB8AC3E}">
        <p14:creationId xmlns:p14="http://schemas.microsoft.com/office/powerpoint/2010/main" val="336103185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fill="hold" grpId="0" nodeType="withEffect">
                                  <p:stCondLst>
                                    <p:cond delay="0"/>
                                  </p:stCondLst>
                                  <p:childTnLst>
                                    <p:animRot by="21600000">
                                      <p:cBhvr>
                                        <p:cTn id="6" dur="2000" fill="hold"/>
                                        <p:tgtEl>
                                          <p:spTgt spid="2"/>
                                        </p:tgtEl>
                                        <p:attrNameLst>
                                          <p:attrName>r</p:attrName>
                                        </p:attrNameLst>
                                      </p:cBhvr>
                                    </p:animRot>
                                  </p:childTnLst>
                                </p:cTn>
                              </p:par>
                              <p:par>
                                <p:cTn id="7" presetID="8" presetClass="emph" presetSubtype="0" fill="hold" grpId="0" nodeType="withEffect">
                                  <p:stCondLst>
                                    <p:cond delay="0"/>
                                  </p:stCondLst>
                                  <p:childTnLst>
                                    <p:animRot by="21600000">
                                      <p:cBhvr>
                                        <p:cTn id="8" dur="2000" fill="hold"/>
                                        <p:tgtEl>
                                          <p:spTgt spid="201"/>
                                        </p:tgtEl>
                                        <p:attrNameLst>
                                          <p:attrName>r</p:attrName>
                                        </p:attrNameLst>
                                      </p:cBhvr>
                                    </p:animRot>
                                  </p:childTnLst>
                                </p:cTn>
                              </p:par>
                              <p:par>
                                <p:cTn id="9" presetID="8" presetClass="emph" presetSubtype="0" fill="hold" grpId="0" nodeType="withEffect">
                                  <p:stCondLst>
                                    <p:cond delay="0"/>
                                  </p:stCondLst>
                                  <p:childTnLst>
                                    <p:animRot by="21600000">
                                      <p:cBhvr>
                                        <p:cTn id="10" dur="2000" fill="hold"/>
                                        <p:tgtEl>
                                          <p:spTgt spid="199"/>
                                        </p:tgtEl>
                                        <p:attrNameLst>
                                          <p:attrName>r</p:attrName>
                                        </p:attrNameLst>
                                      </p:cBhvr>
                                    </p:animRot>
                                  </p:childTnLst>
                                </p:cTn>
                              </p:par>
                              <p:par>
                                <p:cTn id="11" presetID="8" presetClass="emph" presetSubtype="0" fill="hold" grpId="0" nodeType="withEffect">
                                  <p:stCondLst>
                                    <p:cond delay="0"/>
                                  </p:stCondLst>
                                  <p:childTnLst>
                                    <p:animRot by="21600000">
                                      <p:cBhvr>
                                        <p:cTn id="12" dur="2000" fill="hold"/>
                                        <p:tgtEl>
                                          <p:spTgt spid="200"/>
                                        </p:tgtEl>
                                        <p:attrNameLst>
                                          <p:attrName>r</p:attrName>
                                        </p:attrNameLst>
                                      </p:cBhvr>
                                    </p:animRot>
                                  </p:childTnLst>
                                </p:cTn>
                              </p:par>
                              <p:par>
                                <p:cTn id="13" presetID="2" presetClass="entr" presetSubtype="4"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500" fill="hold"/>
                                        <p:tgtEl>
                                          <p:spTgt spid="4"/>
                                        </p:tgtEl>
                                        <p:attrNameLst>
                                          <p:attrName>ppt_x</p:attrName>
                                        </p:attrNameLst>
                                      </p:cBhvr>
                                      <p:tavLst>
                                        <p:tav tm="0">
                                          <p:val>
                                            <p:strVal val="#ppt_x"/>
                                          </p:val>
                                        </p:tav>
                                        <p:tav tm="100000">
                                          <p:val>
                                            <p:strVal val="#ppt_x"/>
                                          </p:val>
                                        </p:tav>
                                      </p:tavLst>
                                    </p:anim>
                                    <p:anim calcmode="lin" valueType="num">
                                      <p:cBhvr additive="base">
                                        <p:cTn id="16" dur="500" fill="hold"/>
                                        <p:tgtEl>
                                          <p:spTgt spid="4"/>
                                        </p:tgtEl>
                                        <p:attrNameLst>
                                          <p:attrName>ppt_y</p:attrName>
                                        </p:attrNameLst>
                                      </p:cBhvr>
                                      <p:tavLst>
                                        <p:tav tm="0">
                                          <p:val>
                                            <p:strVal val="1+#ppt_h/2"/>
                                          </p:val>
                                        </p:tav>
                                        <p:tav tm="100000">
                                          <p:val>
                                            <p:strVal val="#ppt_y"/>
                                          </p:val>
                                        </p:tav>
                                      </p:tavLst>
                                    </p:anim>
                                  </p:childTnLst>
                                </p:cTn>
                              </p:par>
                              <p:par>
                                <p:cTn id="17" presetID="16" presetClass="entr" presetSubtype="37" fill="hold" grpId="0" nodeType="withEffect">
                                  <p:stCondLst>
                                    <p:cond delay="1100"/>
                                  </p:stCondLst>
                                  <p:childTnLst>
                                    <p:set>
                                      <p:cBhvr>
                                        <p:cTn id="18" dur="1" fill="hold">
                                          <p:stCondLst>
                                            <p:cond delay="0"/>
                                          </p:stCondLst>
                                        </p:cTn>
                                        <p:tgtEl>
                                          <p:spTgt spid="22"/>
                                        </p:tgtEl>
                                        <p:attrNameLst>
                                          <p:attrName>style.visibility</p:attrName>
                                        </p:attrNameLst>
                                      </p:cBhvr>
                                      <p:to>
                                        <p:strVal val="visible"/>
                                      </p:to>
                                    </p:set>
                                    <p:animEffect transition="in" filter="barn(outVertical)">
                                      <p:cBhvr>
                                        <p:cTn id="19" dur="1000"/>
                                        <p:tgtEl>
                                          <p:spTgt spid="22"/>
                                        </p:tgtEl>
                                      </p:cBhvr>
                                    </p:animEffect>
                                  </p:childTnLst>
                                </p:cTn>
                              </p:par>
                            </p:childTnLst>
                          </p:cTn>
                        </p:par>
                        <p:par>
                          <p:cTn id="20" fill="hold">
                            <p:stCondLst>
                              <p:cond delay="2100"/>
                            </p:stCondLst>
                            <p:childTnLst>
                              <p:par>
                                <p:cTn id="21" presetID="22" presetClass="entr" presetSubtype="2" fill="hold" nodeType="after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wipe(right)">
                                      <p:cBhvr>
                                        <p:cTn id="23" dur="500"/>
                                        <p:tgtEl>
                                          <p:spTgt spid="23"/>
                                        </p:tgtEl>
                                      </p:cBhvr>
                                    </p:animEffect>
                                  </p:childTnLst>
                                </p:cTn>
                              </p:par>
                              <p:par>
                                <p:cTn id="24" presetID="22" presetClass="entr" presetSubtype="8" fill="hold" nodeType="with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wipe(left)">
                                      <p:cBhvr>
                                        <p:cTn id="26"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2" grpId="0"/>
      <p:bldP spid="2" grpId="0" animBg="1"/>
      <p:bldP spid="199" grpId="0" animBg="1"/>
      <p:bldP spid="200" grpId="0" animBg="1"/>
      <p:bldP spid="201"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bg>
      <p:bgPr>
        <a:pattFill prst="ltUpDiag">
          <a:fgClr>
            <a:schemeClr val="bg1">
              <a:lumMod val="95000"/>
            </a:schemeClr>
          </a:fgClr>
          <a:bgClr>
            <a:schemeClr val="bg1"/>
          </a:bgClr>
        </a:pattFill>
        <a:effectLst/>
      </p:bgPr>
    </p:bg>
    <p:spTree>
      <p:nvGrpSpPr>
        <p:cNvPr id="1" name=""/>
        <p:cNvGrpSpPr/>
        <p:nvPr/>
      </p:nvGrpSpPr>
      <p:grpSpPr>
        <a:xfrm>
          <a:off x="0" y="0"/>
          <a:ext cx="0" cy="0"/>
          <a:chOff x="0" y="0"/>
          <a:chExt cx="0" cy="0"/>
        </a:xfrm>
      </p:grpSpPr>
      <p:grpSp>
        <p:nvGrpSpPr>
          <p:cNvPr id="29" name="组合 28">
            <a:extLst>
              <a:ext uri="{FF2B5EF4-FFF2-40B4-BE49-F238E27FC236}">
                <a16:creationId xmlns:a16="http://schemas.microsoft.com/office/drawing/2014/main" id="{BC30D2CB-87AC-4C73-ABE3-7A9188B6EE04}"/>
              </a:ext>
            </a:extLst>
          </p:cNvPr>
          <p:cNvGrpSpPr/>
          <p:nvPr/>
        </p:nvGrpSpPr>
        <p:grpSpPr>
          <a:xfrm>
            <a:off x="799845" y="852473"/>
            <a:ext cx="2758272" cy="837788"/>
            <a:chOff x="4602145" y="211015"/>
            <a:chExt cx="2758272" cy="837788"/>
          </a:xfrm>
        </p:grpSpPr>
        <p:sp>
          <p:nvSpPr>
            <p:cNvPr id="30" name="流程图: 终止 29">
              <a:extLst>
                <a:ext uri="{FF2B5EF4-FFF2-40B4-BE49-F238E27FC236}">
                  <a16:creationId xmlns:a16="http://schemas.microsoft.com/office/drawing/2014/main" id="{1F50B518-101A-4D4B-BCC9-8CAD6D51AA42}"/>
                </a:ext>
              </a:extLst>
            </p:cNvPr>
            <p:cNvSpPr/>
            <p:nvPr/>
          </p:nvSpPr>
          <p:spPr>
            <a:xfrm>
              <a:off x="5521569" y="566482"/>
              <a:ext cx="1838848" cy="482321"/>
            </a:xfrm>
            <a:prstGeom prst="flowChartTerminator">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
          <p:nvSpPr>
            <p:cNvPr id="31" name="流程图: 终止 30">
              <a:extLst>
                <a:ext uri="{FF2B5EF4-FFF2-40B4-BE49-F238E27FC236}">
                  <a16:creationId xmlns:a16="http://schemas.microsoft.com/office/drawing/2014/main" id="{D33146DD-C177-44DF-A10D-386B11E14434}"/>
                </a:ext>
              </a:extLst>
            </p:cNvPr>
            <p:cNvSpPr/>
            <p:nvPr/>
          </p:nvSpPr>
          <p:spPr>
            <a:xfrm>
              <a:off x="4602145" y="211015"/>
              <a:ext cx="1838848" cy="482321"/>
            </a:xfrm>
            <a:prstGeom prst="flowChartTerminator">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
          <p:nvSpPr>
            <p:cNvPr id="32" name="流程图: 终止 31">
              <a:extLst>
                <a:ext uri="{FF2B5EF4-FFF2-40B4-BE49-F238E27FC236}">
                  <a16:creationId xmlns:a16="http://schemas.microsoft.com/office/drawing/2014/main" id="{40F766B3-FA08-4C7A-BC77-51C0708A3093}"/>
                </a:ext>
              </a:extLst>
            </p:cNvPr>
            <p:cNvSpPr/>
            <p:nvPr/>
          </p:nvSpPr>
          <p:spPr>
            <a:xfrm>
              <a:off x="5521569" y="526200"/>
              <a:ext cx="1838848" cy="482321"/>
            </a:xfrm>
            <a:prstGeom prst="flowChartTermina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grpSp>
      <p:sp>
        <p:nvSpPr>
          <p:cNvPr id="13" name="矩形 12"/>
          <p:cNvSpPr/>
          <p:nvPr/>
        </p:nvSpPr>
        <p:spPr>
          <a:xfrm>
            <a:off x="1434874" y="0"/>
            <a:ext cx="1343025" cy="2160396"/>
          </a:xfrm>
          <a:prstGeom prst="rect">
            <a:avLst/>
          </a:prstGeom>
          <a:solidFill>
            <a:srgbClr val="3148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
        <p:nvSpPr>
          <p:cNvPr id="22" name="MH_Others_1"/>
          <p:cNvSpPr txBox="1"/>
          <p:nvPr>
            <p:custDataLst>
              <p:tags r:id="rId1"/>
            </p:custDataLst>
          </p:nvPr>
        </p:nvSpPr>
        <p:spPr>
          <a:xfrm>
            <a:off x="1434874" y="0"/>
            <a:ext cx="1343025" cy="1661993"/>
          </a:xfrm>
          <a:prstGeom prst="rect">
            <a:avLst/>
          </a:prstGeom>
          <a:noFill/>
        </p:spPr>
        <p:txBody>
          <a:bodyPr vert="horz" wrap="square" lIns="0" tIns="0" rIns="0" bIns="0" rtlCol="0" anchor="ctr" anchorCtr="0">
            <a:spAutoFit/>
          </a:bodyPr>
          <a:lstStyle/>
          <a:p>
            <a:pPr algn="ctr"/>
            <a:r>
              <a:rPr lang="zh-CN" altLang="en-US" sz="5400" b="1" dirty="0">
                <a:solidFill>
                  <a:schemeClr val="bg1"/>
                </a:solidFill>
                <a:latin typeface="Arial"/>
                <a:ea typeface="微软雅黑"/>
                <a:sym typeface="Arial"/>
              </a:rPr>
              <a:t>目 </a:t>
            </a:r>
            <a:endParaRPr lang="en-US" altLang="zh-CN" sz="5400" b="1" dirty="0">
              <a:solidFill>
                <a:schemeClr val="bg1"/>
              </a:solidFill>
              <a:latin typeface="Arial"/>
              <a:ea typeface="微软雅黑"/>
              <a:sym typeface="Arial"/>
            </a:endParaRPr>
          </a:p>
          <a:p>
            <a:pPr algn="ctr"/>
            <a:r>
              <a:rPr lang="zh-CN" altLang="en-US" sz="5400" b="1" dirty="0">
                <a:solidFill>
                  <a:schemeClr val="bg1"/>
                </a:solidFill>
                <a:latin typeface="Arial"/>
                <a:ea typeface="微软雅黑"/>
                <a:sym typeface="Arial"/>
              </a:rPr>
              <a:t>录</a:t>
            </a:r>
          </a:p>
        </p:txBody>
      </p:sp>
      <p:sp>
        <p:nvSpPr>
          <p:cNvPr id="12" name="MH_Others_1">
            <a:extLst>
              <a:ext uri="{FF2B5EF4-FFF2-40B4-BE49-F238E27FC236}">
                <a16:creationId xmlns:a16="http://schemas.microsoft.com/office/drawing/2014/main" id="{953E86C6-52A6-4837-B1B4-CF0C4F6C78ED}"/>
              </a:ext>
            </a:extLst>
          </p:cNvPr>
          <p:cNvSpPr txBox="1"/>
          <p:nvPr>
            <p:custDataLst>
              <p:tags r:id="rId2"/>
            </p:custDataLst>
          </p:nvPr>
        </p:nvSpPr>
        <p:spPr>
          <a:xfrm>
            <a:off x="1451418" y="1766523"/>
            <a:ext cx="1343025" cy="276999"/>
          </a:xfrm>
          <a:prstGeom prst="rect">
            <a:avLst/>
          </a:prstGeom>
          <a:noFill/>
        </p:spPr>
        <p:txBody>
          <a:bodyPr vert="horz" wrap="square" lIns="0" tIns="0" rIns="0" bIns="0" rtlCol="0" anchor="ctr" anchorCtr="0">
            <a:spAutoFit/>
          </a:bodyPr>
          <a:lstStyle/>
          <a:p>
            <a:pPr algn="ctr"/>
            <a:r>
              <a:rPr lang="en-US" altLang="zh-CN" dirty="0">
                <a:solidFill>
                  <a:schemeClr val="bg1">
                    <a:lumMod val="95000"/>
                  </a:schemeClr>
                </a:solidFill>
                <a:latin typeface="Arial"/>
                <a:ea typeface="微软雅黑"/>
                <a:sym typeface="Arial"/>
              </a:rPr>
              <a:t>CONTENTS</a:t>
            </a:r>
            <a:endParaRPr lang="zh-CN" altLang="en-US" dirty="0">
              <a:solidFill>
                <a:schemeClr val="bg1">
                  <a:lumMod val="95000"/>
                </a:schemeClr>
              </a:solidFill>
              <a:latin typeface="Arial"/>
              <a:ea typeface="微软雅黑"/>
              <a:sym typeface="Arial"/>
            </a:endParaRPr>
          </a:p>
        </p:txBody>
      </p:sp>
      <p:sp>
        <p:nvSpPr>
          <p:cNvPr id="66" name="矩形 65">
            <a:extLst>
              <a:ext uri="{FF2B5EF4-FFF2-40B4-BE49-F238E27FC236}">
                <a16:creationId xmlns:a16="http://schemas.microsoft.com/office/drawing/2014/main" id="{061EEED9-162E-49FD-9987-4E4FD65F699B}"/>
              </a:ext>
            </a:extLst>
          </p:cNvPr>
          <p:cNvSpPr/>
          <p:nvPr/>
        </p:nvSpPr>
        <p:spPr>
          <a:xfrm>
            <a:off x="6600056" y="1236156"/>
            <a:ext cx="3890506" cy="461665"/>
          </a:xfrm>
          <a:prstGeom prst="rect">
            <a:avLst/>
          </a:prstGeom>
          <a:ln w="19050">
            <a:solidFill>
              <a:schemeClr val="bg1">
                <a:lumMod val="65000"/>
              </a:schemeClr>
            </a:solidFill>
            <a:prstDash val="lgDashDot"/>
          </a:ln>
        </p:spPr>
        <p:txBody>
          <a:bodyPr wrap="square">
            <a:spAutoFit/>
          </a:bodyPr>
          <a:lstStyle/>
          <a:p>
            <a:pPr algn="ctr"/>
            <a:r>
              <a:rPr lang="zh-CN" altLang="en-US" sz="2400" b="0" dirty="0">
                <a:solidFill>
                  <a:schemeClr val="tx1">
                    <a:lumMod val="65000"/>
                    <a:lumOff val="35000"/>
                  </a:schemeClr>
                </a:solidFill>
                <a:latin typeface="Arial"/>
                <a:ea typeface="微软雅黑"/>
                <a:sym typeface="Arial"/>
              </a:rPr>
              <a:t>相关技术</a:t>
            </a:r>
          </a:p>
        </p:txBody>
      </p:sp>
      <p:sp>
        <p:nvSpPr>
          <p:cNvPr id="67" name="矩形 66">
            <a:extLst>
              <a:ext uri="{FF2B5EF4-FFF2-40B4-BE49-F238E27FC236}">
                <a16:creationId xmlns:a16="http://schemas.microsoft.com/office/drawing/2014/main" id="{D49A541B-3A72-4249-92C0-186D8B630A37}"/>
              </a:ext>
            </a:extLst>
          </p:cNvPr>
          <p:cNvSpPr/>
          <p:nvPr/>
        </p:nvSpPr>
        <p:spPr>
          <a:xfrm>
            <a:off x="6600056" y="2325665"/>
            <a:ext cx="3890506" cy="461665"/>
          </a:xfrm>
          <a:prstGeom prst="rect">
            <a:avLst/>
          </a:prstGeom>
          <a:ln w="19050">
            <a:solidFill>
              <a:schemeClr val="bg1">
                <a:lumMod val="65000"/>
              </a:schemeClr>
            </a:solidFill>
            <a:prstDash val="lgDashDot"/>
          </a:ln>
        </p:spPr>
        <p:txBody>
          <a:bodyPr wrap="square">
            <a:spAutoFit/>
          </a:bodyPr>
          <a:lstStyle/>
          <a:p>
            <a:pPr algn="ctr" eaLnBrk="1" hangingPunct="1">
              <a:spcBef>
                <a:spcPct val="20000"/>
              </a:spcBef>
              <a:buClr>
                <a:schemeClr val="hlink"/>
              </a:buClr>
              <a:buSzPct val="65000"/>
              <a:buFont typeface="Wingdings" panose="05000000000000000000" pitchFamily="2" charset="2"/>
              <a:buNone/>
            </a:pPr>
            <a:r>
              <a:rPr lang="zh-CN" altLang="en-US" sz="2400" b="0" dirty="0">
                <a:solidFill>
                  <a:schemeClr val="tx1">
                    <a:lumMod val="65000"/>
                    <a:lumOff val="35000"/>
                  </a:schemeClr>
                </a:solidFill>
                <a:latin typeface="Arial"/>
                <a:ea typeface="微软雅黑"/>
                <a:sym typeface="Arial"/>
              </a:rPr>
              <a:t>需求分析</a:t>
            </a:r>
          </a:p>
        </p:txBody>
      </p:sp>
      <p:sp>
        <p:nvSpPr>
          <p:cNvPr id="68" name="矩形 67">
            <a:extLst>
              <a:ext uri="{FF2B5EF4-FFF2-40B4-BE49-F238E27FC236}">
                <a16:creationId xmlns:a16="http://schemas.microsoft.com/office/drawing/2014/main" id="{8AD56D4C-4D0A-42B0-BDD5-369237F9F7C4}"/>
              </a:ext>
            </a:extLst>
          </p:cNvPr>
          <p:cNvSpPr/>
          <p:nvPr/>
        </p:nvSpPr>
        <p:spPr>
          <a:xfrm>
            <a:off x="6600056" y="3415175"/>
            <a:ext cx="3890506" cy="461665"/>
          </a:xfrm>
          <a:prstGeom prst="rect">
            <a:avLst/>
          </a:prstGeom>
          <a:ln w="19050">
            <a:solidFill>
              <a:schemeClr val="bg1">
                <a:lumMod val="65000"/>
              </a:schemeClr>
            </a:solidFill>
            <a:prstDash val="lgDashDot"/>
          </a:ln>
        </p:spPr>
        <p:txBody>
          <a:bodyPr wrap="square">
            <a:spAutoFit/>
          </a:bodyPr>
          <a:lstStyle/>
          <a:p>
            <a:pPr algn="ctr">
              <a:spcBef>
                <a:spcPct val="20000"/>
              </a:spcBef>
              <a:buClr>
                <a:schemeClr val="hlink"/>
              </a:buClr>
              <a:buSzPct val="65000"/>
            </a:pPr>
            <a:r>
              <a:rPr lang="zh-CN" altLang="en-US" sz="2400">
                <a:solidFill>
                  <a:schemeClr val="tx1">
                    <a:lumMod val="65000"/>
                    <a:lumOff val="35000"/>
                  </a:schemeClr>
                </a:solidFill>
                <a:latin typeface="Arial"/>
                <a:ea typeface="微软雅黑"/>
                <a:sym typeface="Arial"/>
              </a:rPr>
              <a:t>数据库表设计</a:t>
            </a:r>
            <a:endParaRPr lang="zh-CN" altLang="en-US" sz="2400" dirty="0">
              <a:solidFill>
                <a:schemeClr val="tx1">
                  <a:lumMod val="65000"/>
                  <a:lumOff val="35000"/>
                </a:schemeClr>
              </a:solidFill>
              <a:latin typeface="Arial"/>
              <a:ea typeface="微软雅黑"/>
              <a:sym typeface="Arial"/>
            </a:endParaRPr>
          </a:p>
        </p:txBody>
      </p:sp>
      <p:sp>
        <p:nvSpPr>
          <p:cNvPr id="69" name="矩形 68">
            <a:extLst>
              <a:ext uri="{FF2B5EF4-FFF2-40B4-BE49-F238E27FC236}">
                <a16:creationId xmlns:a16="http://schemas.microsoft.com/office/drawing/2014/main" id="{848033EF-29FC-4D27-A1B8-860AB1793F00}"/>
              </a:ext>
            </a:extLst>
          </p:cNvPr>
          <p:cNvSpPr/>
          <p:nvPr/>
        </p:nvSpPr>
        <p:spPr>
          <a:xfrm>
            <a:off x="6600056" y="4504685"/>
            <a:ext cx="3890506" cy="461665"/>
          </a:xfrm>
          <a:prstGeom prst="rect">
            <a:avLst/>
          </a:prstGeom>
          <a:ln w="19050">
            <a:solidFill>
              <a:schemeClr val="bg1">
                <a:lumMod val="65000"/>
              </a:schemeClr>
            </a:solidFill>
            <a:prstDash val="lgDashDot"/>
          </a:ln>
        </p:spPr>
        <p:txBody>
          <a:bodyPr wrap="square">
            <a:spAutoFit/>
          </a:bodyPr>
          <a:lstStyle/>
          <a:p>
            <a:pPr algn="ctr" eaLnBrk="1" hangingPunct="1">
              <a:spcBef>
                <a:spcPct val="20000"/>
              </a:spcBef>
              <a:buClr>
                <a:schemeClr val="hlink"/>
              </a:buClr>
              <a:buSzPct val="65000"/>
              <a:buFont typeface="Wingdings" panose="05000000000000000000" pitchFamily="2" charset="2"/>
              <a:buNone/>
            </a:pPr>
            <a:r>
              <a:rPr lang="zh-CN" altLang="en-US" sz="2400">
                <a:solidFill>
                  <a:schemeClr val="tx1">
                    <a:lumMod val="65000"/>
                    <a:lumOff val="35000"/>
                  </a:schemeClr>
                </a:solidFill>
                <a:latin typeface="Arial"/>
                <a:ea typeface="微软雅黑"/>
                <a:sym typeface="Arial"/>
              </a:rPr>
              <a:t>系统功能设计</a:t>
            </a:r>
            <a:endParaRPr lang="zh-CN" altLang="en-US" sz="2400" b="0" dirty="0">
              <a:solidFill>
                <a:schemeClr val="tx1">
                  <a:lumMod val="65000"/>
                  <a:lumOff val="35000"/>
                </a:schemeClr>
              </a:solidFill>
              <a:latin typeface="Arial"/>
              <a:ea typeface="微软雅黑"/>
              <a:sym typeface="Arial"/>
            </a:endParaRPr>
          </a:p>
        </p:txBody>
      </p:sp>
      <p:sp>
        <p:nvSpPr>
          <p:cNvPr id="70" name="矩形 69">
            <a:extLst>
              <a:ext uri="{FF2B5EF4-FFF2-40B4-BE49-F238E27FC236}">
                <a16:creationId xmlns:a16="http://schemas.microsoft.com/office/drawing/2014/main" id="{776D4840-40B0-44D1-9EA7-320176B8D2CF}"/>
              </a:ext>
            </a:extLst>
          </p:cNvPr>
          <p:cNvSpPr/>
          <p:nvPr/>
        </p:nvSpPr>
        <p:spPr>
          <a:xfrm>
            <a:off x="6600056" y="5594194"/>
            <a:ext cx="3890506" cy="461665"/>
          </a:xfrm>
          <a:prstGeom prst="rect">
            <a:avLst/>
          </a:prstGeom>
          <a:ln w="19050">
            <a:solidFill>
              <a:schemeClr val="bg1">
                <a:lumMod val="65000"/>
              </a:schemeClr>
            </a:solidFill>
            <a:prstDash val="lgDashDot"/>
          </a:ln>
        </p:spPr>
        <p:txBody>
          <a:bodyPr wrap="square">
            <a:spAutoFit/>
          </a:bodyPr>
          <a:lstStyle/>
          <a:p>
            <a:pPr algn="ctr" eaLnBrk="1" hangingPunct="1">
              <a:spcBef>
                <a:spcPct val="20000"/>
              </a:spcBef>
              <a:buClr>
                <a:schemeClr val="hlink"/>
              </a:buClr>
              <a:buSzPct val="65000"/>
              <a:buFont typeface="Wingdings" panose="05000000000000000000" pitchFamily="2" charset="2"/>
              <a:buNone/>
            </a:pPr>
            <a:r>
              <a:rPr lang="zh-CN" altLang="en-US" sz="2400">
                <a:solidFill>
                  <a:schemeClr val="tx1">
                    <a:lumMod val="65000"/>
                    <a:lumOff val="35000"/>
                  </a:schemeClr>
                </a:solidFill>
                <a:latin typeface="Arial"/>
                <a:ea typeface="微软雅黑"/>
                <a:sym typeface="Arial"/>
              </a:rPr>
              <a:t>系统功能实现</a:t>
            </a:r>
            <a:endParaRPr lang="zh-CN" altLang="en-US" sz="2400" b="0" dirty="0">
              <a:solidFill>
                <a:schemeClr val="tx1">
                  <a:lumMod val="65000"/>
                  <a:lumOff val="35000"/>
                </a:schemeClr>
              </a:solidFill>
              <a:latin typeface="Arial"/>
              <a:ea typeface="微软雅黑"/>
              <a:sym typeface="Arial"/>
            </a:endParaRPr>
          </a:p>
        </p:txBody>
      </p:sp>
      <p:grpSp>
        <p:nvGrpSpPr>
          <p:cNvPr id="15" name="组合 14">
            <a:extLst>
              <a:ext uri="{FF2B5EF4-FFF2-40B4-BE49-F238E27FC236}">
                <a16:creationId xmlns:a16="http://schemas.microsoft.com/office/drawing/2014/main" id="{FDA92C32-63E7-4E24-8A92-4C415829099E}"/>
              </a:ext>
            </a:extLst>
          </p:cNvPr>
          <p:cNvGrpSpPr/>
          <p:nvPr/>
        </p:nvGrpSpPr>
        <p:grpSpPr>
          <a:xfrm>
            <a:off x="4343050" y="1160643"/>
            <a:ext cx="1752950" cy="605880"/>
            <a:chOff x="4343050" y="1160643"/>
            <a:chExt cx="1752950" cy="605880"/>
          </a:xfrm>
          <a:effectLst>
            <a:outerShdw blurRad="50800" dist="50800" dir="5400000" algn="t" rotWithShape="0">
              <a:prstClr val="black">
                <a:alpha val="15000"/>
              </a:prstClr>
            </a:outerShdw>
          </a:effectLst>
        </p:grpSpPr>
        <p:grpSp>
          <p:nvGrpSpPr>
            <p:cNvPr id="3" name="组合 2">
              <a:extLst>
                <a:ext uri="{FF2B5EF4-FFF2-40B4-BE49-F238E27FC236}">
                  <a16:creationId xmlns:a16="http://schemas.microsoft.com/office/drawing/2014/main" id="{E081EDAF-9224-4BBC-99B8-CA89797F8142}"/>
                </a:ext>
              </a:extLst>
            </p:cNvPr>
            <p:cNvGrpSpPr/>
            <p:nvPr/>
          </p:nvGrpSpPr>
          <p:grpSpPr>
            <a:xfrm>
              <a:off x="4343050" y="1160643"/>
              <a:ext cx="1752950" cy="605880"/>
              <a:chOff x="4602145" y="211015"/>
              <a:chExt cx="2298560" cy="794460"/>
            </a:xfrm>
          </p:grpSpPr>
          <p:sp>
            <p:nvSpPr>
              <p:cNvPr id="24" name="流程图: 终止 23">
                <a:extLst>
                  <a:ext uri="{FF2B5EF4-FFF2-40B4-BE49-F238E27FC236}">
                    <a16:creationId xmlns:a16="http://schemas.microsoft.com/office/drawing/2014/main" id="{E593CA49-1B4F-4102-9C0A-C5814E36A2E7}"/>
                  </a:ext>
                </a:extLst>
              </p:cNvPr>
              <p:cNvSpPr/>
              <p:nvPr/>
            </p:nvSpPr>
            <p:spPr>
              <a:xfrm>
                <a:off x="5061857" y="523152"/>
                <a:ext cx="1838848" cy="482323"/>
              </a:xfrm>
              <a:prstGeom prst="flowChartTerminator">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a:ea typeface="微软雅黑"/>
                  <a:sym typeface="Arial"/>
                </a:endParaRPr>
              </a:p>
            </p:txBody>
          </p:sp>
          <p:sp>
            <p:nvSpPr>
              <p:cNvPr id="2" name="流程图: 终止 1">
                <a:extLst>
                  <a:ext uri="{FF2B5EF4-FFF2-40B4-BE49-F238E27FC236}">
                    <a16:creationId xmlns:a16="http://schemas.microsoft.com/office/drawing/2014/main" id="{85C17F0F-F8A1-4947-BD89-CA01697C3C21}"/>
                  </a:ext>
                </a:extLst>
              </p:cNvPr>
              <p:cNvSpPr/>
              <p:nvPr/>
            </p:nvSpPr>
            <p:spPr>
              <a:xfrm>
                <a:off x="4602145" y="211015"/>
                <a:ext cx="1838848" cy="482321"/>
              </a:xfrm>
              <a:prstGeom prst="flowChartTerminator">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a:ea typeface="微软雅黑"/>
                  <a:sym typeface="Arial"/>
                </a:endParaRPr>
              </a:p>
            </p:txBody>
          </p:sp>
          <p:sp>
            <p:nvSpPr>
              <p:cNvPr id="23" name="流程图: 终止 22">
                <a:extLst>
                  <a:ext uri="{FF2B5EF4-FFF2-40B4-BE49-F238E27FC236}">
                    <a16:creationId xmlns:a16="http://schemas.microsoft.com/office/drawing/2014/main" id="{6601980E-509B-4019-A4F8-CA09B5FA2B1F}"/>
                  </a:ext>
                </a:extLst>
              </p:cNvPr>
              <p:cNvSpPr/>
              <p:nvPr/>
            </p:nvSpPr>
            <p:spPr>
              <a:xfrm>
                <a:off x="5061857" y="479326"/>
                <a:ext cx="1838848" cy="482321"/>
              </a:xfrm>
              <a:prstGeom prst="flowChartTermina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grpSp>
        <p:sp>
          <p:nvSpPr>
            <p:cNvPr id="14" name="文本框 13">
              <a:extLst>
                <a:ext uri="{FF2B5EF4-FFF2-40B4-BE49-F238E27FC236}">
                  <a16:creationId xmlns:a16="http://schemas.microsoft.com/office/drawing/2014/main" id="{E9B6CAA7-DF84-484E-9C28-56061792A35A}"/>
                </a:ext>
              </a:extLst>
            </p:cNvPr>
            <p:cNvSpPr txBox="1"/>
            <p:nvPr/>
          </p:nvSpPr>
          <p:spPr>
            <a:xfrm>
              <a:off x="4872741" y="1179527"/>
              <a:ext cx="698643" cy="523220"/>
            </a:xfrm>
            <a:prstGeom prst="rect">
              <a:avLst/>
            </a:prstGeom>
            <a:noFill/>
          </p:spPr>
          <p:txBody>
            <a:bodyPr wrap="square" rtlCol="0">
              <a:spAutoFit/>
            </a:bodyPr>
            <a:lstStyle/>
            <a:p>
              <a:pPr algn="ctr"/>
              <a:r>
                <a:rPr lang="en-US" altLang="zh-CN" sz="2800" b="1" dirty="0">
                  <a:solidFill>
                    <a:srgbClr val="314865"/>
                  </a:solidFill>
                  <a:latin typeface="Arial"/>
                  <a:ea typeface="微软雅黑"/>
                  <a:sym typeface="Arial"/>
                </a:rPr>
                <a:t>01</a:t>
              </a:r>
              <a:endParaRPr lang="zh-CN" altLang="en-US" sz="2800" b="1" dirty="0">
                <a:solidFill>
                  <a:srgbClr val="314865"/>
                </a:solidFill>
                <a:latin typeface="Arial"/>
                <a:ea typeface="微软雅黑"/>
                <a:sym typeface="Arial"/>
              </a:endParaRPr>
            </a:p>
          </p:txBody>
        </p:sp>
      </p:grpSp>
      <p:grpSp>
        <p:nvGrpSpPr>
          <p:cNvPr id="16" name="组合 15">
            <a:extLst>
              <a:ext uri="{FF2B5EF4-FFF2-40B4-BE49-F238E27FC236}">
                <a16:creationId xmlns:a16="http://schemas.microsoft.com/office/drawing/2014/main" id="{9D09F04C-D1E2-48A7-948D-10734D5B5B83}"/>
              </a:ext>
            </a:extLst>
          </p:cNvPr>
          <p:cNvGrpSpPr/>
          <p:nvPr/>
        </p:nvGrpSpPr>
        <p:grpSpPr>
          <a:xfrm>
            <a:off x="4343050" y="2250972"/>
            <a:ext cx="1752950" cy="605880"/>
            <a:chOff x="4343050" y="2250972"/>
            <a:chExt cx="1752950" cy="605880"/>
          </a:xfrm>
          <a:effectLst>
            <a:outerShdw blurRad="50800" dist="50800" dir="5400000" algn="t" rotWithShape="0">
              <a:prstClr val="black">
                <a:alpha val="15000"/>
              </a:prstClr>
            </a:outerShdw>
          </a:effectLst>
        </p:grpSpPr>
        <p:grpSp>
          <p:nvGrpSpPr>
            <p:cNvPr id="50" name="组合 49">
              <a:extLst>
                <a:ext uri="{FF2B5EF4-FFF2-40B4-BE49-F238E27FC236}">
                  <a16:creationId xmlns:a16="http://schemas.microsoft.com/office/drawing/2014/main" id="{452CD3E0-E59B-429A-9C9B-89DCBBE90DDA}"/>
                </a:ext>
              </a:extLst>
            </p:cNvPr>
            <p:cNvGrpSpPr/>
            <p:nvPr/>
          </p:nvGrpSpPr>
          <p:grpSpPr>
            <a:xfrm>
              <a:off x="4343050" y="2250972"/>
              <a:ext cx="1752950" cy="605880"/>
              <a:chOff x="4602145" y="211015"/>
              <a:chExt cx="2298560" cy="794460"/>
            </a:xfrm>
          </p:grpSpPr>
          <p:sp>
            <p:nvSpPr>
              <p:cNvPr id="51" name="流程图: 终止 50">
                <a:extLst>
                  <a:ext uri="{FF2B5EF4-FFF2-40B4-BE49-F238E27FC236}">
                    <a16:creationId xmlns:a16="http://schemas.microsoft.com/office/drawing/2014/main" id="{0ED95970-BEFA-46BA-88DE-16B99B3BFFDE}"/>
                  </a:ext>
                </a:extLst>
              </p:cNvPr>
              <p:cNvSpPr/>
              <p:nvPr/>
            </p:nvSpPr>
            <p:spPr>
              <a:xfrm>
                <a:off x="5061857" y="523152"/>
                <a:ext cx="1838848" cy="482323"/>
              </a:xfrm>
              <a:prstGeom prst="flowChartTerminator">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a:ea typeface="微软雅黑"/>
                  <a:sym typeface="Arial"/>
                </a:endParaRPr>
              </a:p>
            </p:txBody>
          </p:sp>
          <p:sp>
            <p:nvSpPr>
              <p:cNvPr id="52" name="流程图: 终止 51">
                <a:extLst>
                  <a:ext uri="{FF2B5EF4-FFF2-40B4-BE49-F238E27FC236}">
                    <a16:creationId xmlns:a16="http://schemas.microsoft.com/office/drawing/2014/main" id="{E01DE3AB-3071-40DB-AB57-34B1917EE399}"/>
                  </a:ext>
                </a:extLst>
              </p:cNvPr>
              <p:cNvSpPr/>
              <p:nvPr/>
            </p:nvSpPr>
            <p:spPr>
              <a:xfrm>
                <a:off x="4602145" y="211015"/>
                <a:ext cx="1838848" cy="482321"/>
              </a:xfrm>
              <a:prstGeom prst="flowChartTerminator">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a:ea typeface="微软雅黑"/>
                  <a:sym typeface="Arial"/>
                </a:endParaRPr>
              </a:p>
            </p:txBody>
          </p:sp>
          <p:sp>
            <p:nvSpPr>
              <p:cNvPr id="53" name="流程图: 终止 52">
                <a:extLst>
                  <a:ext uri="{FF2B5EF4-FFF2-40B4-BE49-F238E27FC236}">
                    <a16:creationId xmlns:a16="http://schemas.microsoft.com/office/drawing/2014/main" id="{B8B9DA37-53AA-412F-959E-17838283E9DF}"/>
                  </a:ext>
                </a:extLst>
              </p:cNvPr>
              <p:cNvSpPr/>
              <p:nvPr/>
            </p:nvSpPr>
            <p:spPr>
              <a:xfrm>
                <a:off x="5061857" y="479326"/>
                <a:ext cx="1838848" cy="482321"/>
              </a:xfrm>
              <a:prstGeom prst="flowChartTermina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grpSp>
        <p:sp>
          <p:nvSpPr>
            <p:cNvPr id="71" name="文本框 70">
              <a:extLst>
                <a:ext uri="{FF2B5EF4-FFF2-40B4-BE49-F238E27FC236}">
                  <a16:creationId xmlns:a16="http://schemas.microsoft.com/office/drawing/2014/main" id="{84E060EF-CF74-4B6E-BAE1-3A7519A03AF0}"/>
                </a:ext>
              </a:extLst>
            </p:cNvPr>
            <p:cNvSpPr txBox="1"/>
            <p:nvPr/>
          </p:nvSpPr>
          <p:spPr>
            <a:xfrm>
              <a:off x="4872741" y="2291691"/>
              <a:ext cx="698643" cy="523220"/>
            </a:xfrm>
            <a:prstGeom prst="rect">
              <a:avLst/>
            </a:prstGeom>
            <a:noFill/>
          </p:spPr>
          <p:txBody>
            <a:bodyPr wrap="square" rtlCol="0">
              <a:spAutoFit/>
            </a:bodyPr>
            <a:lstStyle/>
            <a:p>
              <a:pPr algn="ctr"/>
              <a:r>
                <a:rPr lang="en-US" altLang="zh-CN" sz="2800" b="1" dirty="0">
                  <a:solidFill>
                    <a:srgbClr val="314865"/>
                  </a:solidFill>
                  <a:latin typeface="Arial"/>
                  <a:ea typeface="微软雅黑"/>
                  <a:sym typeface="Arial"/>
                </a:rPr>
                <a:t>02</a:t>
              </a:r>
              <a:endParaRPr lang="zh-CN" altLang="en-US" sz="2800" b="1" dirty="0">
                <a:solidFill>
                  <a:srgbClr val="314865"/>
                </a:solidFill>
                <a:latin typeface="Arial"/>
                <a:ea typeface="微软雅黑"/>
                <a:sym typeface="Arial"/>
              </a:endParaRPr>
            </a:p>
          </p:txBody>
        </p:sp>
      </p:grpSp>
      <p:grpSp>
        <p:nvGrpSpPr>
          <p:cNvPr id="17" name="组合 16">
            <a:extLst>
              <a:ext uri="{FF2B5EF4-FFF2-40B4-BE49-F238E27FC236}">
                <a16:creationId xmlns:a16="http://schemas.microsoft.com/office/drawing/2014/main" id="{482C3D2D-4753-4361-A716-85DEDDA72901}"/>
              </a:ext>
            </a:extLst>
          </p:cNvPr>
          <p:cNvGrpSpPr/>
          <p:nvPr/>
        </p:nvGrpSpPr>
        <p:grpSpPr>
          <a:xfrm>
            <a:off x="4343050" y="3341301"/>
            <a:ext cx="1752950" cy="605880"/>
            <a:chOff x="4343050" y="3341301"/>
            <a:chExt cx="1752950" cy="605880"/>
          </a:xfrm>
          <a:effectLst>
            <a:outerShdw blurRad="50800" dist="50800" dir="5400000" algn="t" rotWithShape="0">
              <a:prstClr val="black">
                <a:alpha val="15000"/>
              </a:prstClr>
            </a:outerShdw>
          </a:effectLst>
        </p:grpSpPr>
        <p:grpSp>
          <p:nvGrpSpPr>
            <p:cNvPr id="54" name="组合 53">
              <a:extLst>
                <a:ext uri="{FF2B5EF4-FFF2-40B4-BE49-F238E27FC236}">
                  <a16:creationId xmlns:a16="http://schemas.microsoft.com/office/drawing/2014/main" id="{8CCAD882-888A-4D70-8C8E-C6D636F1B8D4}"/>
                </a:ext>
              </a:extLst>
            </p:cNvPr>
            <p:cNvGrpSpPr/>
            <p:nvPr/>
          </p:nvGrpSpPr>
          <p:grpSpPr>
            <a:xfrm>
              <a:off x="4343050" y="3341301"/>
              <a:ext cx="1752950" cy="605880"/>
              <a:chOff x="4602145" y="211015"/>
              <a:chExt cx="2298560" cy="794460"/>
            </a:xfrm>
          </p:grpSpPr>
          <p:sp>
            <p:nvSpPr>
              <p:cNvPr id="55" name="流程图: 终止 54">
                <a:extLst>
                  <a:ext uri="{FF2B5EF4-FFF2-40B4-BE49-F238E27FC236}">
                    <a16:creationId xmlns:a16="http://schemas.microsoft.com/office/drawing/2014/main" id="{49B8D226-DCF4-4FA6-89FC-0D0CEE67A1AC}"/>
                  </a:ext>
                </a:extLst>
              </p:cNvPr>
              <p:cNvSpPr/>
              <p:nvPr/>
            </p:nvSpPr>
            <p:spPr>
              <a:xfrm>
                <a:off x="5061857" y="523152"/>
                <a:ext cx="1838848" cy="482323"/>
              </a:xfrm>
              <a:prstGeom prst="flowChartTerminator">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a:ea typeface="微软雅黑"/>
                  <a:sym typeface="Arial"/>
                </a:endParaRPr>
              </a:p>
            </p:txBody>
          </p:sp>
          <p:sp>
            <p:nvSpPr>
              <p:cNvPr id="56" name="流程图: 终止 55">
                <a:extLst>
                  <a:ext uri="{FF2B5EF4-FFF2-40B4-BE49-F238E27FC236}">
                    <a16:creationId xmlns:a16="http://schemas.microsoft.com/office/drawing/2014/main" id="{B1E1DF72-638B-4928-A36A-9216C161FB72}"/>
                  </a:ext>
                </a:extLst>
              </p:cNvPr>
              <p:cNvSpPr/>
              <p:nvPr/>
            </p:nvSpPr>
            <p:spPr>
              <a:xfrm>
                <a:off x="4602145" y="211015"/>
                <a:ext cx="1838848" cy="482321"/>
              </a:xfrm>
              <a:prstGeom prst="flowChartTerminator">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a:ea typeface="微软雅黑"/>
                  <a:sym typeface="Arial"/>
                </a:endParaRPr>
              </a:p>
            </p:txBody>
          </p:sp>
          <p:sp>
            <p:nvSpPr>
              <p:cNvPr id="57" name="流程图: 终止 56">
                <a:extLst>
                  <a:ext uri="{FF2B5EF4-FFF2-40B4-BE49-F238E27FC236}">
                    <a16:creationId xmlns:a16="http://schemas.microsoft.com/office/drawing/2014/main" id="{D42FA9AC-B76A-4619-832B-7DD3F712616C}"/>
                  </a:ext>
                </a:extLst>
              </p:cNvPr>
              <p:cNvSpPr/>
              <p:nvPr/>
            </p:nvSpPr>
            <p:spPr>
              <a:xfrm>
                <a:off x="5061857" y="479326"/>
                <a:ext cx="1838848" cy="482321"/>
              </a:xfrm>
              <a:prstGeom prst="flowChartTermina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grpSp>
        <p:sp>
          <p:nvSpPr>
            <p:cNvPr id="72" name="文本框 71">
              <a:extLst>
                <a:ext uri="{FF2B5EF4-FFF2-40B4-BE49-F238E27FC236}">
                  <a16:creationId xmlns:a16="http://schemas.microsoft.com/office/drawing/2014/main" id="{79DFB905-101D-47A2-8467-36821BCA9595}"/>
                </a:ext>
              </a:extLst>
            </p:cNvPr>
            <p:cNvSpPr txBox="1"/>
            <p:nvPr/>
          </p:nvSpPr>
          <p:spPr>
            <a:xfrm>
              <a:off x="4872741" y="3403855"/>
              <a:ext cx="698643" cy="523220"/>
            </a:xfrm>
            <a:prstGeom prst="rect">
              <a:avLst/>
            </a:prstGeom>
            <a:noFill/>
          </p:spPr>
          <p:txBody>
            <a:bodyPr wrap="square" rtlCol="0">
              <a:spAutoFit/>
            </a:bodyPr>
            <a:lstStyle/>
            <a:p>
              <a:pPr algn="ctr"/>
              <a:r>
                <a:rPr lang="en-US" altLang="zh-CN" sz="2800" b="1" dirty="0">
                  <a:solidFill>
                    <a:srgbClr val="314865"/>
                  </a:solidFill>
                  <a:latin typeface="Arial"/>
                  <a:ea typeface="微软雅黑"/>
                  <a:sym typeface="Arial"/>
                </a:rPr>
                <a:t>03</a:t>
              </a:r>
              <a:endParaRPr lang="zh-CN" altLang="en-US" sz="2800" b="1" dirty="0">
                <a:solidFill>
                  <a:srgbClr val="314865"/>
                </a:solidFill>
                <a:latin typeface="Arial"/>
                <a:ea typeface="微软雅黑"/>
                <a:sym typeface="Arial"/>
              </a:endParaRPr>
            </a:p>
          </p:txBody>
        </p:sp>
      </p:grpSp>
      <p:grpSp>
        <p:nvGrpSpPr>
          <p:cNvPr id="18" name="组合 17">
            <a:extLst>
              <a:ext uri="{FF2B5EF4-FFF2-40B4-BE49-F238E27FC236}">
                <a16:creationId xmlns:a16="http://schemas.microsoft.com/office/drawing/2014/main" id="{C84B7D40-B194-4BBC-BC0B-D8B4A78F3F82}"/>
              </a:ext>
            </a:extLst>
          </p:cNvPr>
          <p:cNvGrpSpPr/>
          <p:nvPr/>
        </p:nvGrpSpPr>
        <p:grpSpPr>
          <a:xfrm>
            <a:off x="4343050" y="4431630"/>
            <a:ext cx="1752950" cy="607609"/>
            <a:chOff x="4343050" y="4431630"/>
            <a:chExt cx="1752950" cy="607609"/>
          </a:xfrm>
          <a:effectLst>
            <a:outerShdw blurRad="50800" dist="50800" dir="5400000" algn="t" rotWithShape="0">
              <a:prstClr val="black">
                <a:alpha val="15000"/>
              </a:prstClr>
            </a:outerShdw>
          </a:effectLst>
        </p:grpSpPr>
        <p:grpSp>
          <p:nvGrpSpPr>
            <p:cNvPr id="58" name="组合 57">
              <a:extLst>
                <a:ext uri="{FF2B5EF4-FFF2-40B4-BE49-F238E27FC236}">
                  <a16:creationId xmlns:a16="http://schemas.microsoft.com/office/drawing/2014/main" id="{36FC00AC-D677-4B98-9979-52B16F3B0C87}"/>
                </a:ext>
              </a:extLst>
            </p:cNvPr>
            <p:cNvGrpSpPr/>
            <p:nvPr/>
          </p:nvGrpSpPr>
          <p:grpSpPr>
            <a:xfrm>
              <a:off x="4343050" y="4431630"/>
              <a:ext cx="1752950" cy="605880"/>
              <a:chOff x="4602145" y="211015"/>
              <a:chExt cx="2298560" cy="794460"/>
            </a:xfrm>
          </p:grpSpPr>
          <p:sp>
            <p:nvSpPr>
              <p:cNvPr id="59" name="流程图: 终止 58">
                <a:extLst>
                  <a:ext uri="{FF2B5EF4-FFF2-40B4-BE49-F238E27FC236}">
                    <a16:creationId xmlns:a16="http://schemas.microsoft.com/office/drawing/2014/main" id="{1C29FF16-2D1B-4713-809F-F89C36F92A50}"/>
                  </a:ext>
                </a:extLst>
              </p:cNvPr>
              <p:cNvSpPr/>
              <p:nvPr/>
            </p:nvSpPr>
            <p:spPr>
              <a:xfrm>
                <a:off x="5061857" y="523152"/>
                <a:ext cx="1838848" cy="482323"/>
              </a:xfrm>
              <a:prstGeom prst="flowChartTerminator">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a:ea typeface="微软雅黑"/>
                  <a:sym typeface="Arial"/>
                </a:endParaRPr>
              </a:p>
            </p:txBody>
          </p:sp>
          <p:sp>
            <p:nvSpPr>
              <p:cNvPr id="60" name="流程图: 终止 59">
                <a:extLst>
                  <a:ext uri="{FF2B5EF4-FFF2-40B4-BE49-F238E27FC236}">
                    <a16:creationId xmlns:a16="http://schemas.microsoft.com/office/drawing/2014/main" id="{DF0CAB27-66D6-4B64-9611-CDF203E5E718}"/>
                  </a:ext>
                </a:extLst>
              </p:cNvPr>
              <p:cNvSpPr/>
              <p:nvPr/>
            </p:nvSpPr>
            <p:spPr>
              <a:xfrm>
                <a:off x="4602145" y="211015"/>
                <a:ext cx="1838848" cy="482321"/>
              </a:xfrm>
              <a:prstGeom prst="flowChartTerminator">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a:ea typeface="微软雅黑"/>
                  <a:sym typeface="Arial"/>
                </a:endParaRPr>
              </a:p>
            </p:txBody>
          </p:sp>
          <p:sp>
            <p:nvSpPr>
              <p:cNvPr id="61" name="流程图: 终止 60">
                <a:extLst>
                  <a:ext uri="{FF2B5EF4-FFF2-40B4-BE49-F238E27FC236}">
                    <a16:creationId xmlns:a16="http://schemas.microsoft.com/office/drawing/2014/main" id="{CEA0FFCE-71C9-437B-BC0F-B6FC4B7E05F6}"/>
                  </a:ext>
                </a:extLst>
              </p:cNvPr>
              <p:cNvSpPr/>
              <p:nvPr/>
            </p:nvSpPr>
            <p:spPr>
              <a:xfrm>
                <a:off x="5061857" y="479326"/>
                <a:ext cx="1838848" cy="482321"/>
              </a:xfrm>
              <a:prstGeom prst="flowChartTermina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grpSp>
        <p:sp>
          <p:nvSpPr>
            <p:cNvPr id="73" name="文本框 72">
              <a:extLst>
                <a:ext uri="{FF2B5EF4-FFF2-40B4-BE49-F238E27FC236}">
                  <a16:creationId xmlns:a16="http://schemas.microsoft.com/office/drawing/2014/main" id="{7F0C4187-4782-40A5-A2A8-B08D281B08F9}"/>
                </a:ext>
              </a:extLst>
            </p:cNvPr>
            <p:cNvSpPr txBox="1"/>
            <p:nvPr/>
          </p:nvSpPr>
          <p:spPr>
            <a:xfrm>
              <a:off x="4872741" y="4516019"/>
              <a:ext cx="698643" cy="523220"/>
            </a:xfrm>
            <a:prstGeom prst="rect">
              <a:avLst/>
            </a:prstGeom>
            <a:noFill/>
          </p:spPr>
          <p:txBody>
            <a:bodyPr wrap="square" rtlCol="0">
              <a:spAutoFit/>
            </a:bodyPr>
            <a:lstStyle/>
            <a:p>
              <a:pPr algn="ctr"/>
              <a:r>
                <a:rPr lang="en-US" altLang="zh-CN" sz="2800" b="1" dirty="0">
                  <a:solidFill>
                    <a:srgbClr val="314865"/>
                  </a:solidFill>
                  <a:latin typeface="Arial"/>
                  <a:ea typeface="微软雅黑"/>
                  <a:sym typeface="Arial"/>
                </a:rPr>
                <a:t>04</a:t>
              </a:r>
              <a:endParaRPr lang="zh-CN" altLang="en-US" sz="2800" b="1" dirty="0">
                <a:solidFill>
                  <a:srgbClr val="314865"/>
                </a:solidFill>
                <a:latin typeface="Arial"/>
                <a:ea typeface="微软雅黑"/>
                <a:sym typeface="Arial"/>
              </a:endParaRPr>
            </a:p>
          </p:txBody>
        </p:sp>
      </p:grpSp>
      <p:grpSp>
        <p:nvGrpSpPr>
          <p:cNvPr id="19" name="组合 18">
            <a:extLst>
              <a:ext uri="{FF2B5EF4-FFF2-40B4-BE49-F238E27FC236}">
                <a16:creationId xmlns:a16="http://schemas.microsoft.com/office/drawing/2014/main" id="{7FCE594C-3CB2-48F2-883F-9EE9FC3B2F34}"/>
              </a:ext>
            </a:extLst>
          </p:cNvPr>
          <p:cNvGrpSpPr/>
          <p:nvPr/>
        </p:nvGrpSpPr>
        <p:grpSpPr>
          <a:xfrm>
            <a:off x="4343050" y="5521958"/>
            <a:ext cx="1752950" cy="629443"/>
            <a:chOff x="4343050" y="5521958"/>
            <a:chExt cx="1752950" cy="629443"/>
          </a:xfrm>
          <a:effectLst>
            <a:outerShdw blurRad="50800" dist="50800" dir="5400000" algn="t" rotWithShape="0">
              <a:prstClr val="black">
                <a:alpha val="15000"/>
              </a:prstClr>
            </a:outerShdw>
          </a:effectLst>
        </p:grpSpPr>
        <p:grpSp>
          <p:nvGrpSpPr>
            <p:cNvPr id="62" name="组合 61">
              <a:extLst>
                <a:ext uri="{FF2B5EF4-FFF2-40B4-BE49-F238E27FC236}">
                  <a16:creationId xmlns:a16="http://schemas.microsoft.com/office/drawing/2014/main" id="{200E0CA7-6F52-4BEB-ABB0-AE0B5137F683}"/>
                </a:ext>
              </a:extLst>
            </p:cNvPr>
            <p:cNvGrpSpPr/>
            <p:nvPr/>
          </p:nvGrpSpPr>
          <p:grpSpPr>
            <a:xfrm>
              <a:off x="4343050" y="5521958"/>
              <a:ext cx="1752950" cy="605880"/>
              <a:chOff x="4602145" y="211015"/>
              <a:chExt cx="2298560" cy="794460"/>
            </a:xfrm>
          </p:grpSpPr>
          <p:sp>
            <p:nvSpPr>
              <p:cNvPr id="63" name="流程图: 终止 62">
                <a:extLst>
                  <a:ext uri="{FF2B5EF4-FFF2-40B4-BE49-F238E27FC236}">
                    <a16:creationId xmlns:a16="http://schemas.microsoft.com/office/drawing/2014/main" id="{8944F51F-289D-4131-A0E5-391D86878C86}"/>
                  </a:ext>
                </a:extLst>
              </p:cNvPr>
              <p:cNvSpPr/>
              <p:nvPr/>
            </p:nvSpPr>
            <p:spPr>
              <a:xfrm>
                <a:off x="5061857" y="523152"/>
                <a:ext cx="1838848" cy="482323"/>
              </a:xfrm>
              <a:prstGeom prst="flowChartTerminator">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a:ea typeface="微软雅黑"/>
                  <a:sym typeface="Arial"/>
                </a:endParaRPr>
              </a:p>
            </p:txBody>
          </p:sp>
          <p:sp>
            <p:nvSpPr>
              <p:cNvPr id="64" name="流程图: 终止 63">
                <a:extLst>
                  <a:ext uri="{FF2B5EF4-FFF2-40B4-BE49-F238E27FC236}">
                    <a16:creationId xmlns:a16="http://schemas.microsoft.com/office/drawing/2014/main" id="{D5CA549A-29F5-4FA7-B82E-3198648BA7DF}"/>
                  </a:ext>
                </a:extLst>
              </p:cNvPr>
              <p:cNvSpPr/>
              <p:nvPr/>
            </p:nvSpPr>
            <p:spPr>
              <a:xfrm>
                <a:off x="4602145" y="211015"/>
                <a:ext cx="1838848" cy="482321"/>
              </a:xfrm>
              <a:prstGeom prst="flowChartTerminator">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a:ea typeface="微软雅黑"/>
                  <a:sym typeface="Arial"/>
                </a:endParaRPr>
              </a:p>
            </p:txBody>
          </p:sp>
          <p:sp>
            <p:nvSpPr>
              <p:cNvPr id="65" name="流程图: 终止 64">
                <a:extLst>
                  <a:ext uri="{FF2B5EF4-FFF2-40B4-BE49-F238E27FC236}">
                    <a16:creationId xmlns:a16="http://schemas.microsoft.com/office/drawing/2014/main" id="{F5E954E0-2EED-467C-83D6-215D50669997}"/>
                  </a:ext>
                </a:extLst>
              </p:cNvPr>
              <p:cNvSpPr/>
              <p:nvPr/>
            </p:nvSpPr>
            <p:spPr>
              <a:xfrm>
                <a:off x="5061857" y="479326"/>
                <a:ext cx="1838848" cy="482321"/>
              </a:xfrm>
              <a:prstGeom prst="flowChartTermina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grpSp>
        <p:sp>
          <p:nvSpPr>
            <p:cNvPr id="74" name="文本框 73">
              <a:extLst>
                <a:ext uri="{FF2B5EF4-FFF2-40B4-BE49-F238E27FC236}">
                  <a16:creationId xmlns:a16="http://schemas.microsoft.com/office/drawing/2014/main" id="{36CC9005-DD10-4822-BCF8-5B8AC61754F6}"/>
                </a:ext>
              </a:extLst>
            </p:cNvPr>
            <p:cNvSpPr txBox="1"/>
            <p:nvPr/>
          </p:nvSpPr>
          <p:spPr>
            <a:xfrm>
              <a:off x="4872741" y="5628181"/>
              <a:ext cx="698643" cy="523220"/>
            </a:xfrm>
            <a:prstGeom prst="rect">
              <a:avLst/>
            </a:prstGeom>
            <a:noFill/>
          </p:spPr>
          <p:txBody>
            <a:bodyPr wrap="square" rtlCol="0">
              <a:spAutoFit/>
            </a:bodyPr>
            <a:lstStyle/>
            <a:p>
              <a:pPr algn="ctr"/>
              <a:r>
                <a:rPr lang="en-US" altLang="zh-CN" sz="2800" b="1" dirty="0">
                  <a:solidFill>
                    <a:srgbClr val="314865"/>
                  </a:solidFill>
                  <a:latin typeface="Arial"/>
                  <a:ea typeface="微软雅黑"/>
                  <a:sym typeface="Arial"/>
                </a:rPr>
                <a:t>05</a:t>
              </a:r>
              <a:endParaRPr lang="zh-CN" altLang="en-US" sz="2800" b="1" dirty="0">
                <a:solidFill>
                  <a:srgbClr val="314865"/>
                </a:solidFill>
                <a:latin typeface="Arial"/>
                <a:ea typeface="微软雅黑"/>
                <a:sym typeface="Arial"/>
              </a:endParaRPr>
            </a:p>
          </p:txBody>
        </p:sp>
      </p:grpSp>
    </p:spTree>
    <p:extLst>
      <p:ext uri="{BB962C8B-B14F-4D97-AF65-F5344CB8AC3E}">
        <p14:creationId xmlns:p14="http://schemas.microsoft.com/office/powerpoint/2010/main" val="125089430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56" presetClass="entr" presetSubtype="0" fill="hold" grpId="0" nodeType="afterEffect">
                                      <p:stCondLst>
                                        <p:cond delay="0"/>
                                      </p:stCondLst>
                                      <p:iterate type="lt">
                                        <p:tmPct val="10000"/>
                                      </p:iterate>
                                      <p:childTnLst>
                                        <p:set>
                                          <p:cBhvr>
                                            <p:cTn id="11" dur="1" fill="hold">
                                              <p:stCondLst>
                                                <p:cond delay="0"/>
                                              </p:stCondLst>
                                            </p:cTn>
                                            <p:tgtEl>
                                              <p:spTgt spid="22"/>
                                            </p:tgtEl>
                                            <p:attrNameLst>
                                              <p:attrName>style.visibility</p:attrName>
                                            </p:attrNameLst>
                                          </p:cBhvr>
                                          <p:to>
                                            <p:strVal val="visible"/>
                                          </p:to>
                                        </p:set>
                                        <p:anim by="(-#ppt_w*2)" calcmode="lin" valueType="num">
                                          <p:cBhvr rctx="PPT">
                                            <p:cTn id="12" dur="500" autoRev="1" fill="hold">
                                              <p:stCondLst>
                                                <p:cond delay="0"/>
                                              </p:stCondLst>
                                            </p:cTn>
                                            <p:tgtEl>
                                              <p:spTgt spid="22"/>
                                            </p:tgtEl>
                                            <p:attrNameLst>
                                              <p:attrName>ppt_w</p:attrName>
                                            </p:attrNameLst>
                                          </p:cBhvr>
                                        </p:anim>
                                        <p:anim by="(#ppt_w*0.50)" calcmode="lin" valueType="num">
                                          <p:cBhvr>
                                            <p:cTn id="13" dur="500" decel="50000" autoRev="1" fill="hold">
                                              <p:stCondLst>
                                                <p:cond delay="0"/>
                                              </p:stCondLst>
                                            </p:cTn>
                                            <p:tgtEl>
                                              <p:spTgt spid="22"/>
                                            </p:tgtEl>
                                            <p:attrNameLst>
                                              <p:attrName>ppt_x</p:attrName>
                                            </p:attrNameLst>
                                          </p:cBhvr>
                                        </p:anim>
                                        <p:anim from="(-#ppt_h/2)" to="(#ppt_y)" calcmode="lin" valueType="num">
                                          <p:cBhvr>
                                            <p:cTn id="14" dur="1000" fill="hold">
                                              <p:stCondLst>
                                                <p:cond delay="0"/>
                                              </p:stCondLst>
                                            </p:cTn>
                                            <p:tgtEl>
                                              <p:spTgt spid="22"/>
                                            </p:tgtEl>
                                            <p:attrNameLst>
                                              <p:attrName>ppt_y</p:attrName>
                                            </p:attrNameLst>
                                          </p:cBhvr>
                                        </p:anim>
                                        <p:animRot by="21600000">
                                          <p:cBhvr>
                                            <p:cTn id="15" dur="1000" fill="hold">
                                              <p:stCondLst>
                                                <p:cond delay="0"/>
                                              </p:stCondLst>
                                            </p:cTn>
                                            <p:tgtEl>
                                              <p:spTgt spid="22"/>
                                            </p:tgtEl>
                                            <p:attrNameLst>
                                              <p:attrName>r</p:attrName>
                                            </p:attrNameLst>
                                          </p:cBhvr>
                                        </p:animRot>
                                      </p:childTnLst>
                                    </p:cTn>
                                  </p:par>
                                </p:childTnLst>
                              </p:cTn>
                            </p:par>
                            <p:par>
                              <p:cTn id="16" fill="hold">
                                <p:stCondLst>
                                  <p:cond delay="1600"/>
                                </p:stCondLst>
                                <p:childTnLst>
                                  <p:par>
                                    <p:cTn id="17" presetID="56" presetClass="entr" presetSubtype="0" fill="hold" grpId="0" nodeType="afterEffect">
                                      <p:stCondLst>
                                        <p:cond delay="0"/>
                                      </p:stCondLst>
                                      <p:iterate type="lt">
                                        <p:tmPct val="4286"/>
                                      </p:iterate>
                                      <p:childTnLst>
                                        <p:set>
                                          <p:cBhvr>
                                            <p:cTn id="18" dur="1" fill="hold">
                                              <p:stCondLst>
                                                <p:cond delay="0"/>
                                              </p:stCondLst>
                                            </p:cTn>
                                            <p:tgtEl>
                                              <p:spTgt spid="12"/>
                                            </p:tgtEl>
                                            <p:attrNameLst>
                                              <p:attrName>style.visibility</p:attrName>
                                            </p:attrNameLst>
                                          </p:cBhvr>
                                          <p:to>
                                            <p:strVal val="visible"/>
                                          </p:to>
                                        </p:set>
                                        <p:anim by="(-#ppt_w*2)" calcmode="lin" valueType="num">
                                          <p:cBhvr rctx="PPT">
                                            <p:cTn id="19" dur="500" autoRev="1" fill="hold">
                                              <p:stCondLst>
                                                <p:cond delay="0"/>
                                              </p:stCondLst>
                                            </p:cTn>
                                            <p:tgtEl>
                                              <p:spTgt spid="12"/>
                                            </p:tgtEl>
                                            <p:attrNameLst>
                                              <p:attrName>ppt_w</p:attrName>
                                            </p:attrNameLst>
                                          </p:cBhvr>
                                        </p:anim>
                                        <p:anim by="(#ppt_w*0.50)" calcmode="lin" valueType="num">
                                          <p:cBhvr>
                                            <p:cTn id="20" dur="500" decel="50000" autoRev="1" fill="hold">
                                              <p:stCondLst>
                                                <p:cond delay="0"/>
                                              </p:stCondLst>
                                            </p:cTn>
                                            <p:tgtEl>
                                              <p:spTgt spid="12"/>
                                            </p:tgtEl>
                                            <p:attrNameLst>
                                              <p:attrName>ppt_x</p:attrName>
                                            </p:attrNameLst>
                                          </p:cBhvr>
                                        </p:anim>
                                        <p:anim from="(-#ppt_h/2)" to="(#ppt_y)" calcmode="lin" valueType="num">
                                          <p:cBhvr>
                                            <p:cTn id="21" dur="1000" fill="hold">
                                              <p:stCondLst>
                                                <p:cond delay="0"/>
                                              </p:stCondLst>
                                            </p:cTn>
                                            <p:tgtEl>
                                              <p:spTgt spid="12"/>
                                            </p:tgtEl>
                                            <p:attrNameLst>
                                              <p:attrName>ppt_y</p:attrName>
                                            </p:attrNameLst>
                                          </p:cBhvr>
                                        </p:anim>
                                        <p:animRot by="21600000">
                                          <p:cBhvr>
                                            <p:cTn id="22" dur="1000" fill="hold">
                                              <p:stCondLst>
                                                <p:cond delay="0"/>
                                              </p:stCondLst>
                                            </p:cTn>
                                            <p:tgtEl>
                                              <p:spTgt spid="12"/>
                                            </p:tgtEl>
                                            <p:attrNameLst>
                                              <p:attrName>r</p:attrName>
                                            </p:attrNameLst>
                                          </p:cBhvr>
                                        </p:animRot>
                                      </p:childTnLst>
                                    </p:cTn>
                                  </p:par>
                                </p:childTnLst>
                              </p:cTn>
                            </p:par>
                            <p:par>
                              <p:cTn id="23" fill="hold">
                                <p:stCondLst>
                                  <p:cond delay="2900"/>
                                </p:stCondLst>
                                <p:childTnLst>
                                  <p:par>
                                    <p:cTn id="24" presetID="2" presetClass="entr" presetSubtype="4" fill="hold" nodeType="afterEffect" p14:presetBounceEnd="56000">
                                      <p:stCondLst>
                                        <p:cond delay="0"/>
                                      </p:stCondLst>
                                      <p:childTnLst>
                                        <p:set>
                                          <p:cBhvr>
                                            <p:cTn id="25" dur="1" fill="hold">
                                              <p:stCondLst>
                                                <p:cond delay="0"/>
                                              </p:stCondLst>
                                            </p:cTn>
                                            <p:tgtEl>
                                              <p:spTgt spid="15"/>
                                            </p:tgtEl>
                                            <p:attrNameLst>
                                              <p:attrName>style.visibility</p:attrName>
                                            </p:attrNameLst>
                                          </p:cBhvr>
                                          <p:to>
                                            <p:strVal val="visible"/>
                                          </p:to>
                                        </p:set>
                                        <p:anim calcmode="lin" valueType="num" p14:bounceEnd="56000">
                                          <p:cBhvr additive="base">
                                            <p:cTn id="26" dur="500" fill="hold"/>
                                            <p:tgtEl>
                                              <p:spTgt spid="15"/>
                                            </p:tgtEl>
                                            <p:attrNameLst>
                                              <p:attrName>ppt_x</p:attrName>
                                            </p:attrNameLst>
                                          </p:cBhvr>
                                          <p:tavLst>
                                            <p:tav tm="0">
                                              <p:val>
                                                <p:strVal val="#ppt_x"/>
                                              </p:val>
                                            </p:tav>
                                            <p:tav tm="100000">
                                              <p:val>
                                                <p:strVal val="#ppt_x"/>
                                              </p:val>
                                            </p:tav>
                                          </p:tavLst>
                                        </p:anim>
                                        <p:anim calcmode="lin" valueType="num" p14:bounceEnd="56000">
                                          <p:cBhvr additive="base">
                                            <p:cTn id="27" dur="500" fill="hold"/>
                                            <p:tgtEl>
                                              <p:spTgt spid="15"/>
                                            </p:tgtEl>
                                            <p:attrNameLst>
                                              <p:attrName>ppt_y</p:attrName>
                                            </p:attrNameLst>
                                          </p:cBhvr>
                                          <p:tavLst>
                                            <p:tav tm="0">
                                              <p:val>
                                                <p:strVal val="1+#ppt_h/2"/>
                                              </p:val>
                                            </p:tav>
                                            <p:tav tm="100000">
                                              <p:val>
                                                <p:strVal val="#ppt_y"/>
                                              </p:val>
                                            </p:tav>
                                          </p:tavLst>
                                        </p:anim>
                                      </p:childTnLst>
                                    </p:cTn>
                                  </p:par>
                                </p:childTnLst>
                              </p:cTn>
                            </p:par>
                            <p:par>
                              <p:cTn id="28" fill="hold">
                                <p:stCondLst>
                                  <p:cond delay="3400"/>
                                </p:stCondLst>
                                <p:childTnLst>
                                  <p:par>
                                    <p:cTn id="29" presetID="2" presetClass="entr" presetSubtype="4" fill="hold" nodeType="afterEffect" p14:presetBounceEnd="56000">
                                      <p:stCondLst>
                                        <p:cond delay="0"/>
                                      </p:stCondLst>
                                      <p:childTnLst>
                                        <p:set>
                                          <p:cBhvr>
                                            <p:cTn id="30" dur="1" fill="hold">
                                              <p:stCondLst>
                                                <p:cond delay="0"/>
                                              </p:stCondLst>
                                            </p:cTn>
                                            <p:tgtEl>
                                              <p:spTgt spid="16"/>
                                            </p:tgtEl>
                                            <p:attrNameLst>
                                              <p:attrName>style.visibility</p:attrName>
                                            </p:attrNameLst>
                                          </p:cBhvr>
                                          <p:to>
                                            <p:strVal val="visible"/>
                                          </p:to>
                                        </p:set>
                                        <p:anim calcmode="lin" valueType="num" p14:bounceEnd="56000">
                                          <p:cBhvr additive="base">
                                            <p:cTn id="31" dur="500" fill="hold"/>
                                            <p:tgtEl>
                                              <p:spTgt spid="16"/>
                                            </p:tgtEl>
                                            <p:attrNameLst>
                                              <p:attrName>ppt_x</p:attrName>
                                            </p:attrNameLst>
                                          </p:cBhvr>
                                          <p:tavLst>
                                            <p:tav tm="0">
                                              <p:val>
                                                <p:strVal val="#ppt_x"/>
                                              </p:val>
                                            </p:tav>
                                            <p:tav tm="100000">
                                              <p:val>
                                                <p:strVal val="#ppt_x"/>
                                              </p:val>
                                            </p:tav>
                                          </p:tavLst>
                                        </p:anim>
                                        <p:anim calcmode="lin" valueType="num" p14:bounceEnd="56000">
                                          <p:cBhvr additive="base">
                                            <p:cTn id="32" dur="500" fill="hold"/>
                                            <p:tgtEl>
                                              <p:spTgt spid="16"/>
                                            </p:tgtEl>
                                            <p:attrNameLst>
                                              <p:attrName>ppt_y</p:attrName>
                                            </p:attrNameLst>
                                          </p:cBhvr>
                                          <p:tavLst>
                                            <p:tav tm="0">
                                              <p:val>
                                                <p:strVal val="1+#ppt_h/2"/>
                                              </p:val>
                                            </p:tav>
                                            <p:tav tm="100000">
                                              <p:val>
                                                <p:strVal val="#ppt_y"/>
                                              </p:val>
                                            </p:tav>
                                          </p:tavLst>
                                        </p:anim>
                                      </p:childTnLst>
                                    </p:cTn>
                                  </p:par>
                                </p:childTnLst>
                              </p:cTn>
                            </p:par>
                            <p:par>
                              <p:cTn id="33" fill="hold">
                                <p:stCondLst>
                                  <p:cond delay="3900"/>
                                </p:stCondLst>
                                <p:childTnLst>
                                  <p:par>
                                    <p:cTn id="34" presetID="2" presetClass="entr" presetSubtype="4" fill="hold" nodeType="afterEffect" p14:presetBounceEnd="56000">
                                      <p:stCondLst>
                                        <p:cond delay="0"/>
                                      </p:stCondLst>
                                      <p:childTnLst>
                                        <p:set>
                                          <p:cBhvr>
                                            <p:cTn id="35" dur="1" fill="hold">
                                              <p:stCondLst>
                                                <p:cond delay="0"/>
                                              </p:stCondLst>
                                            </p:cTn>
                                            <p:tgtEl>
                                              <p:spTgt spid="17"/>
                                            </p:tgtEl>
                                            <p:attrNameLst>
                                              <p:attrName>style.visibility</p:attrName>
                                            </p:attrNameLst>
                                          </p:cBhvr>
                                          <p:to>
                                            <p:strVal val="visible"/>
                                          </p:to>
                                        </p:set>
                                        <p:anim calcmode="lin" valueType="num" p14:bounceEnd="56000">
                                          <p:cBhvr additive="base">
                                            <p:cTn id="36" dur="500" fill="hold"/>
                                            <p:tgtEl>
                                              <p:spTgt spid="17"/>
                                            </p:tgtEl>
                                            <p:attrNameLst>
                                              <p:attrName>ppt_x</p:attrName>
                                            </p:attrNameLst>
                                          </p:cBhvr>
                                          <p:tavLst>
                                            <p:tav tm="0">
                                              <p:val>
                                                <p:strVal val="#ppt_x"/>
                                              </p:val>
                                            </p:tav>
                                            <p:tav tm="100000">
                                              <p:val>
                                                <p:strVal val="#ppt_x"/>
                                              </p:val>
                                            </p:tav>
                                          </p:tavLst>
                                        </p:anim>
                                        <p:anim calcmode="lin" valueType="num" p14:bounceEnd="56000">
                                          <p:cBhvr additive="base">
                                            <p:cTn id="37" dur="500" fill="hold"/>
                                            <p:tgtEl>
                                              <p:spTgt spid="17"/>
                                            </p:tgtEl>
                                            <p:attrNameLst>
                                              <p:attrName>ppt_y</p:attrName>
                                            </p:attrNameLst>
                                          </p:cBhvr>
                                          <p:tavLst>
                                            <p:tav tm="0">
                                              <p:val>
                                                <p:strVal val="1+#ppt_h/2"/>
                                              </p:val>
                                            </p:tav>
                                            <p:tav tm="100000">
                                              <p:val>
                                                <p:strVal val="#ppt_y"/>
                                              </p:val>
                                            </p:tav>
                                          </p:tavLst>
                                        </p:anim>
                                      </p:childTnLst>
                                    </p:cTn>
                                  </p:par>
                                </p:childTnLst>
                              </p:cTn>
                            </p:par>
                            <p:par>
                              <p:cTn id="38" fill="hold">
                                <p:stCondLst>
                                  <p:cond delay="4400"/>
                                </p:stCondLst>
                                <p:childTnLst>
                                  <p:par>
                                    <p:cTn id="39" presetID="2" presetClass="entr" presetSubtype="4" fill="hold" nodeType="afterEffect" p14:presetBounceEnd="56000">
                                      <p:stCondLst>
                                        <p:cond delay="0"/>
                                      </p:stCondLst>
                                      <p:childTnLst>
                                        <p:set>
                                          <p:cBhvr>
                                            <p:cTn id="40" dur="1" fill="hold">
                                              <p:stCondLst>
                                                <p:cond delay="0"/>
                                              </p:stCondLst>
                                            </p:cTn>
                                            <p:tgtEl>
                                              <p:spTgt spid="18"/>
                                            </p:tgtEl>
                                            <p:attrNameLst>
                                              <p:attrName>style.visibility</p:attrName>
                                            </p:attrNameLst>
                                          </p:cBhvr>
                                          <p:to>
                                            <p:strVal val="visible"/>
                                          </p:to>
                                        </p:set>
                                        <p:anim calcmode="lin" valueType="num" p14:bounceEnd="56000">
                                          <p:cBhvr additive="base">
                                            <p:cTn id="41" dur="500" fill="hold"/>
                                            <p:tgtEl>
                                              <p:spTgt spid="18"/>
                                            </p:tgtEl>
                                            <p:attrNameLst>
                                              <p:attrName>ppt_x</p:attrName>
                                            </p:attrNameLst>
                                          </p:cBhvr>
                                          <p:tavLst>
                                            <p:tav tm="0">
                                              <p:val>
                                                <p:strVal val="#ppt_x"/>
                                              </p:val>
                                            </p:tav>
                                            <p:tav tm="100000">
                                              <p:val>
                                                <p:strVal val="#ppt_x"/>
                                              </p:val>
                                            </p:tav>
                                          </p:tavLst>
                                        </p:anim>
                                        <p:anim calcmode="lin" valueType="num" p14:bounceEnd="56000">
                                          <p:cBhvr additive="base">
                                            <p:cTn id="42" dur="500" fill="hold"/>
                                            <p:tgtEl>
                                              <p:spTgt spid="18"/>
                                            </p:tgtEl>
                                            <p:attrNameLst>
                                              <p:attrName>ppt_y</p:attrName>
                                            </p:attrNameLst>
                                          </p:cBhvr>
                                          <p:tavLst>
                                            <p:tav tm="0">
                                              <p:val>
                                                <p:strVal val="1+#ppt_h/2"/>
                                              </p:val>
                                            </p:tav>
                                            <p:tav tm="100000">
                                              <p:val>
                                                <p:strVal val="#ppt_y"/>
                                              </p:val>
                                            </p:tav>
                                          </p:tavLst>
                                        </p:anim>
                                      </p:childTnLst>
                                    </p:cTn>
                                  </p:par>
                                </p:childTnLst>
                              </p:cTn>
                            </p:par>
                            <p:par>
                              <p:cTn id="43" fill="hold">
                                <p:stCondLst>
                                  <p:cond delay="4900"/>
                                </p:stCondLst>
                                <p:childTnLst>
                                  <p:par>
                                    <p:cTn id="44" presetID="2" presetClass="entr" presetSubtype="4" fill="hold" nodeType="afterEffect" p14:presetBounceEnd="56000">
                                      <p:stCondLst>
                                        <p:cond delay="0"/>
                                      </p:stCondLst>
                                      <p:childTnLst>
                                        <p:set>
                                          <p:cBhvr>
                                            <p:cTn id="45" dur="1" fill="hold">
                                              <p:stCondLst>
                                                <p:cond delay="0"/>
                                              </p:stCondLst>
                                            </p:cTn>
                                            <p:tgtEl>
                                              <p:spTgt spid="19"/>
                                            </p:tgtEl>
                                            <p:attrNameLst>
                                              <p:attrName>style.visibility</p:attrName>
                                            </p:attrNameLst>
                                          </p:cBhvr>
                                          <p:to>
                                            <p:strVal val="visible"/>
                                          </p:to>
                                        </p:set>
                                        <p:anim calcmode="lin" valueType="num" p14:bounceEnd="56000">
                                          <p:cBhvr additive="base">
                                            <p:cTn id="46" dur="500" fill="hold"/>
                                            <p:tgtEl>
                                              <p:spTgt spid="19"/>
                                            </p:tgtEl>
                                            <p:attrNameLst>
                                              <p:attrName>ppt_x</p:attrName>
                                            </p:attrNameLst>
                                          </p:cBhvr>
                                          <p:tavLst>
                                            <p:tav tm="0">
                                              <p:val>
                                                <p:strVal val="#ppt_x"/>
                                              </p:val>
                                            </p:tav>
                                            <p:tav tm="100000">
                                              <p:val>
                                                <p:strVal val="#ppt_x"/>
                                              </p:val>
                                            </p:tav>
                                          </p:tavLst>
                                        </p:anim>
                                        <p:anim calcmode="lin" valueType="num" p14:bounceEnd="56000">
                                          <p:cBhvr additive="base">
                                            <p:cTn id="47" dur="500" fill="hold"/>
                                            <p:tgtEl>
                                              <p:spTgt spid="19"/>
                                            </p:tgtEl>
                                            <p:attrNameLst>
                                              <p:attrName>ppt_y</p:attrName>
                                            </p:attrNameLst>
                                          </p:cBhvr>
                                          <p:tavLst>
                                            <p:tav tm="0">
                                              <p:val>
                                                <p:strVal val="1+#ppt_h/2"/>
                                              </p:val>
                                            </p:tav>
                                            <p:tav tm="100000">
                                              <p:val>
                                                <p:strVal val="#ppt_y"/>
                                              </p:val>
                                            </p:tav>
                                          </p:tavLst>
                                        </p:anim>
                                      </p:childTnLst>
                                    </p:cTn>
                                  </p:par>
                                </p:childTnLst>
                              </p:cTn>
                            </p:par>
                            <p:par>
                              <p:cTn id="48" fill="hold">
                                <p:stCondLst>
                                  <p:cond delay="5400"/>
                                </p:stCondLst>
                                <p:childTnLst>
                                  <p:par>
                                    <p:cTn id="49" presetID="22" presetClass="entr" presetSubtype="8" fill="hold" grpId="0" nodeType="afterEffect">
                                      <p:stCondLst>
                                        <p:cond delay="0"/>
                                      </p:stCondLst>
                                      <p:childTnLst>
                                        <p:set>
                                          <p:cBhvr>
                                            <p:cTn id="50" dur="1" fill="hold">
                                              <p:stCondLst>
                                                <p:cond delay="0"/>
                                              </p:stCondLst>
                                            </p:cTn>
                                            <p:tgtEl>
                                              <p:spTgt spid="66"/>
                                            </p:tgtEl>
                                            <p:attrNameLst>
                                              <p:attrName>style.visibility</p:attrName>
                                            </p:attrNameLst>
                                          </p:cBhvr>
                                          <p:to>
                                            <p:strVal val="visible"/>
                                          </p:to>
                                        </p:set>
                                        <p:animEffect transition="in" filter="wipe(left)">
                                          <p:cBhvr>
                                            <p:cTn id="51" dur="500"/>
                                            <p:tgtEl>
                                              <p:spTgt spid="66"/>
                                            </p:tgtEl>
                                          </p:cBhvr>
                                        </p:animEffect>
                                      </p:childTnLst>
                                    </p:cTn>
                                  </p:par>
                                </p:childTnLst>
                              </p:cTn>
                            </p:par>
                            <p:par>
                              <p:cTn id="52" fill="hold">
                                <p:stCondLst>
                                  <p:cond delay="5900"/>
                                </p:stCondLst>
                                <p:childTnLst>
                                  <p:par>
                                    <p:cTn id="53" presetID="22" presetClass="entr" presetSubtype="8" fill="hold" grpId="0" nodeType="afterEffect">
                                      <p:stCondLst>
                                        <p:cond delay="0"/>
                                      </p:stCondLst>
                                      <p:childTnLst>
                                        <p:set>
                                          <p:cBhvr>
                                            <p:cTn id="54" dur="1" fill="hold">
                                              <p:stCondLst>
                                                <p:cond delay="0"/>
                                              </p:stCondLst>
                                            </p:cTn>
                                            <p:tgtEl>
                                              <p:spTgt spid="67"/>
                                            </p:tgtEl>
                                            <p:attrNameLst>
                                              <p:attrName>style.visibility</p:attrName>
                                            </p:attrNameLst>
                                          </p:cBhvr>
                                          <p:to>
                                            <p:strVal val="visible"/>
                                          </p:to>
                                        </p:set>
                                        <p:animEffect transition="in" filter="wipe(left)">
                                          <p:cBhvr>
                                            <p:cTn id="55" dur="500"/>
                                            <p:tgtEl>
                                              <p:spTgt spid="67"/>
                                            </p:tgtEl>
                                          </p:cBhvr>
                                        </p:animEffect>
                                      </p:childTnLst>
                                    </p:cTn>
                                  </p:par>
                                </p:childTnLst>
                              </p:cTn>
                            </p:par>
                            <p:par>
                              <p:cTn id="56" fill="hold">
                                <p:stCondLst>
                                  <p:cond delay="6400"/>
                                </p:stCondLst>
                                <p:childTnLst>
                                  <p:par>
                                    <p:cTn id="57" presetID="22" presetClass="entr" presetSubtype="8" fill="hold" grpId="0" nodeType="afterEffect">
                                      <p:stCondLst>
                                        <p:cond delay="0"/>
                                      </p:stCondLst>
                                      <p:childTnLst>
                                        <p:set>
                                          <p:cBhvr>
                                            <p:cTn id="58" dur="1" fill="hold">
                                              <p:stCondLst>
                                                <p:cond delay="0"/>
                                              </p:stCondLst>
                                            </p:cTn>
                                            <p:tgtEl>
                                              <p:spTgt spid="68"/>
                                            </p:tgtEl>
                                            <p:attrNameLst>
                                              <p:attrName>style.visibility</p:attrName>
                                            </p:attrNameLst>
                                          </p:cBhvr>
                                          <p:to>
                                            <p:strVal val="visible"/>
                                          </p:to>
                                        </p:set>
                                        <p:animEffect transition="in" filter="wipe(left)">
                                          <p:cBhvr>
                                            <p:cTn id="59" dur="500"/>
                                            <p:tgtEl>
                                              <p:spTgt spid="68"/>
                                            </p:tgtEl>
                                          </p:cBhvr>
                                        </p:animEffect>
                                      </p:childTnLst>
                                    </p:cTn>
                                  </p:par>
                                </p:childTnLst>
                              </p:cTn>
                            </p:par>
                            <p:par>
                              <p:cTn id="60" fill="hold">
                                <p:stCondLst>
                                  <p:cond delay="6900"/>
                                </p:stCondLst>
                                <p:childTnLst>
                                  <p:par>
                                    <p:cTn id="61" presetID="22" presetClass="entr" presetSubtype="8" fill="hold" grpId="0" nodeType="afterEffect">
                                      <p:stCondLst>
                                        <p:cond delay="0"/>
                                      </p:stCondLst>
                                      <p:childTnLst>
                                        <p:set>
                                          <p:cBhvr>
                                            <p:cTn id="62" dur="1" fill="hold">
                                              <p:stCondLst>
                                                <p:cond delay="0"/>
                                              </p:stCondLst>
                                            </p:cTn>
                                            <p:tgtEl>
                                              <p:spTgt spid="69"/>
                                            </p:tgtEl>
                                            <p:attrNameLst>
                                              <p:attrName>style.visibility</p:attrName>
                                            </p:attrNameLst>
                                          </p:cBhvr>
                                          <p:to>
                                            <p:strVal val="visible"/>
                                          </p:to>
                                        </p:set>
                                        <p:animEffect transition="in" filter="wipe(left)">
                                          <p:cBhvr>
                                            <p:cTn id="63" dur="500"/>
                                            <p:tgtEl>
                                              <p:spTgt spid="69"/>
                                            </p:tgtEl>
                                          </p:cBhvr>
                                        </p:animEffect>
                                      </p:childTnLst>
                                    </p:cTn>
                                  </p:par>
                                </p:childTnLst>
                              </p:cTn>
                            </p:par>
                            <p:par>
                              <p:cTn id="64" fill="hold">
                                <p:stCondLst>
                                  <p:cond delay="7400"/>
                                </p:stCondLst>
                                <p:childTnLst>
                                  <p:par>
                                    <p:cTn id="65" presetID="22" presetClass="entr" presetSubtype="8" fill="hold" grpId="0" nodeType="afterEffect">
                                      <p:stCondLst>
                                        <p:cond delay="0"/>
                                      </p:stCondLst>
                                      <p:childTnLst>
                                        <p:set>
                                          <p:cBhvr>
                                            <p:cTn id="66" dur="1" fill="hold">
                                              <p:stCondLst>
                                                <p:cond delay="0"/>
                                              </p:stCondLst>
                                            </p:cTn>
                                            <p:tgtEl>
                                              <p:spTgt spid="70"/>
                                            </p:tgtEl>
                                            <p:attrNameLst>
                                              <p:attrName>style.visibility</p:attrName>
                                            </p:attrNameLst>
                                          </p:cBhvr>
                                          <p:to>
                                            <p:strVal val="visible"/>
                                          </p:to>
                                        </p:set>
                                        <p:animEffect transition="in" filter="wipe(left)">
                                          <p:cBhvr>
                                            <p:cTn id="67" dur="5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22" grpId="0"/>
          <p:bldP spid="12" grpId="0"/>
          <p:bldP spid="66" grpId="0" animBg="1"/>
          <p:bldP spid="67" grpId="0" animBg="1"/>
          <p:bldP spid="68" grpId="0" animBg="1"/>
          <p:bldP spid="69" grpId="0" animBg="1"/>
          <p:bldP spid="70"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56" presetClass="entr" presetSubtype="0" fill="hold" grpId="0" nodeType="afterEffect">
                                      <p:stCondLst>
                                        <p:cond delay="0"/>
                                      </p:stCondLst>
                                      <p:iterate type="lt">
                                        <p:tmPct val="10000"/>
                                      </p:iterate>
                                      <p:childTnLst>
                                        <p:set>
                                          <p:cBhvr>
                                            <p:cTn id="11" dur="1" fill="hold">
                                              <p:stCondLst>
                                                <p:cond delay="0"/>
                                              </p:stCondLst>
                                            </p:cTn>
                                            <p:tgtEl>
                                              <p:spTgt spid="22"/>
                                            </p:tgtEl>
                                            <p:attrNameLst>
                                              <p:attrName>style.visibility</p:attrName>
                                            </p:attrNameLst>
                                          </p:cBhvr>
                                          <p:to>
                                            <p:strVal val="visible"/>
                                          </p:to>
                                        </p:set>
                                        <p:anim by="(-#ppt_w*2)" calcmode="lin" valueType="num">
                                          <p:cBhvr rctx="PPT">
                                            <p:cTn id="12" dur="500" autoRev="1" fill="hold">
                                              <p:stCondLst>
                                                <p:cond delay="0"/>
                                              </p:stCondLst>
                                            </p:cTn>
                                            <p:tgtEl>
                                              <p:spTgt spid="22"/>
                                            </p:tgtEl>
                                            <p:attrNameLst>
                                              <p:attrName>ppt_w</p:attrName>
                                            </p:attrNameLst>
                                          </p:cBhvr>
                                        </p:anim>
                                        <p:anim by="(#ppt_w*0.50)" calcmode="lin" valueType="num">
                                          <p:cBhvr>
                                            <p:cTn id="13" dur="500" decel="50000" autoRev="1" fill="hold">
                                              <p:stCondLst>
                                                <p:cond delay="0"/>
                                              </p:stCondLst>
                                            </p:cTn>
                                            <p:tgtEl>
                                              <p:spTgt spid="22"/>
                                            </p:tgtEl>
                                            <p:attrNameLst>
                                              <p:attrName>ppt_x</p:attrName>
                                            </p:attrNameLst>
                                          </p:cBhvr>
                                        </p:anim>
                                        <p:anim from="(-#ppt_h/2)" to="(#ppt_y)" calcmode="lin" valueType="num">
                                          <p:cBhvr>
                                            <p:cTn id="14" dur="1000" fill="hold">
                                              <p:stCondLst>
                                                <p:cond delay="0"/>
                                              </p:stCondLst>
                                            </p:cTn>
                                            <p:tgtEl>
                                              <p:spTgt spid="22"/>
                                            </p:tgtEl>
                                            <p:attrNameLst>
                                              <p:attrName>ppt_y</p:attrName>
                                            </p:attrNameLst>
                                          </p:cBhvr>
                                        </p:anim>
                                        <p:animRot by="21600000">
                                          <p:cBhvr>
                                            <p:cTn id="15" dur="1000" fill="hold">
                                              <p:stCondLst>
                                                <p:cond delay="0"/>
                                              </p:stCondLst>
                                            </p:cTn>
                                            <p:tgtEl>
                                              <p:spTgt spid="22"/>
                                            </p:tgtEl>
                                            <p:attrNameLst>
                                              <p:attrName>r</p:attrName>
                                            </p:attrNameLst>
                                          </p:cBhvr>
                                        </p:animRot>
                                      </p:childTnLst>
                                    </p:cTn>
                                  </p:par>
                                </p:childTnLst>
                              </p:cTn>
                            </p:par>
                            <p:par>
                              <p:cTn id="16" fill="hold">
                                <p:stCondLst>
                                  <p:cond delay="1600"/>
                                </p:stCondLst>
                                <p:childTnLst>
                                  <p:par>
                                    <p:cTn id="17" presetID="56" presetClass="entr" presetSubtype="0" fill="hold" grpId="0" nodeType="afterEffect">
                                      <p:stCondLst>
                                        <p:cond delay="0"/>
                                      </p:stCondLst>
                                      <p:iterate type="lt">
                                        <p:tmPct val="4286"/>
                                      </p:iterate>
                                      <p:childTnLst>
                                        <p:set>
                                          <p:cBhvr>
                                            <p:cTn id="18" dur="1" fill="hold">
                                              <p:stCondLst>
                                                <p:cond delay="0"/>
                                              </p:stCondLst>
                                            </p:cTn>
                                            <p:tgtEl>
                                              <p:spTgt spid="12"/>
                                            </p:tgtEl>
                                            <p:attrNameLst>
                                              <p:attrName>style.visibility</p:attrName>
                                            </p:attrNameLst>
                                          </p:cBhvr>
                                          <p:to>
                                            <p:strVal val="visible"/>
                                          </p:to>
                                        </p:set>
                                        <p:anim by="(-#ppt_w*2)" calcmode="lin" valueType="num">
                                          <p:cBhvr rctx="PPT">
                                            <p:cTn id="19" dur="500" autoRev="1" fill="hold">
                                              <p:stCondLst>
                                                <p:cond delay="0"/>
                                              </p:stCondLst>
                                            </p:cTn>
                                            <p:tgtEl>
                                              <p:spTgt spid="12"/>
                                            </p:tgtEl>
                                            <p:attrNameLst>
                                              <p:attrName>ppt_w</p:attrName>
                                            </p:attrNameLst>
                                          </p:cBhvr>
                                        </p:anim>
                                        <p:anim by="(#ppt_w*0.50)" calcmode="lin" valueType="num">
                                          <p:cBhvr>
                                            <p:cTn id="20" dur="500" decel="50000" autoRev="1" fill="hold">
                                              <p:stCondLst>
                                                <p:cond delay="0"/>
                                              </p:stCondLst>
                                            </p:cTn>
                                            <p:tgtEl>
                                              <p:spTgt spid="12"/>
                                            </p:tgtEl>
                                            <p:attrNameLst>
                                              <p:attrName>ppt_x</p:attrName>
                                            </p:attrNameLst>
                                          </p:cBhvr>
                                        </p:anim>
                                        <p:anim from="(-#ppt_h/2)" to="(#ppt_y)" calcmode="lin" valueType="num">
                                          <p:cBhvr>
                                            <p:cTn id="21" dur="1000" fill="hold">
                                              <p:stCondLst>
                                                <p:cond delay="0"/>
                                              </p:stCondLst>
                                            </p:cTn>
                                            <p:tgtEl>
                                              <p:spTgt spid="12"/>
                                            </p:tgtEl>
                                            <p:attrNameLst>
                                              <p:attrName>ppt_y</p:attrName>
                                            </p:attrNameLst>
                                          </p:cBhvr>
                                        </p:anim>
                                        <p:animRot by="21600000">
                                          <p:cBhvr>
                                            <p:cTn id="22" dur="1000" fill="hold">
                                              <p:stCondLst>
                                                <p:cond delay="0"/>
                                              </p:stCondLst>
                                            </p:cTn>
                                            <p:tgtEl>
                                              <p:spTgt spid="12"/>
                                            </p:tgtEl>
                                            <p:attrNameLst>
                                              <p:attrName>r</p:attrName>
                                            </p:attrNameLst>
                                          </p:cBhvr>
                                        </p:animRot>
                                      </p:childTnLst>
                                    </p:cTn>
                                  </p:par>
                                </p:childTnLst>
                              </p:cTn>
                            </p:par>
                            <p:par>
                              <p:cTn id="23" fill="hold">
                                <p:stCondLst>
                                  <p:cond delay="2900"/>
                                </p:stCondLst>
                                <p:childTnLst>
                                  <p:par>
                                    <p:cTn id="24" presetID="2" presetClass="entr" presetSubtype="4" fill="hold" nodeType="afterEffect">
                                      <p:stCondLst>
                                        <p:cond delay="0"/>
                                      </p:stCondLst>
                                      <p:childTnLst>
                                        <p:set>
                                          <p:cBhvr>
                                            <p:cTn id="25" dur="1" fill="hold">
                                              <p:stCondLst>
                                                <p:cond delay="0"/>
                                              </p:stCondLst>
                                            </p:cTn>
                                            <p:tgtEl>
                                              <p:spTgt spid="15"/>
                                            </p:tgtEl>
                                            <p:attrNameLst>
                                              <p:attrName>style.visibility</p:attrName>
                                            </p:attrNameLst>
                                          </p:cBhvr>
                                          <p:to>
                                            <p:strVal val="visible"/>
                                          </p:to>
                                        </p:set>
                                        <p:anim calcmode="lin" valueType="num">
                                          <p:cBhvr additive="base">
                                            <p:cTn id="26" dur="500" fill="hold"/>
                                            <p:tgtEl>
                                              <p:spTgt spid="15"/>
                                            </p:tgtEl>
                                            <p:attrNameLst>
                                              <p:attrName>ppt_x</p:attrName>
                                            </p:attrNameLst>
                                          </p:cBhvr>
                                          <p:tavLst>
                                            <p:tav tm="0">
                                              <p:val>
                                                <p:strVal val="#ppt_x"/>
                                              </p:val>
                                            </p:tav>
                                            <p:tav tm="100000">
                                              <p:val>
                                                <p:strVal val="#ppt_x"/>
                                              </p:val>
                                            </p:tav>
                                          </p:tavLst>
                                        </p:anim>
                                        <p:anim calcmode="lin" valueType="num">
                                          <p:cBhvr additive="base">
                                            <p:cTn id="27" dur="500" fill="hold"/>
                                            <p:tgtEl>
                                              <p:spTgt spid="15"/>
                                            </p:tgtEl>
                                            <p:attrNameLst>
                                              <p:attrName>ppt_y</p:attrName>
                                            </p:attrNameLst>
                                          </p:cBhvr>
                                          <p:tavLst>
                                            <p:tav tm="0">
                                              <p:val>
                                                <p:strVal val="1+#ppt_h/2"/>
                                              </p:val>
                                            </p:tav>
                                            <p:tav tm="100000">
                                              <p:val>
                                                <p:strVal val="#ppt_y"/>
                                              </p:val>
                                            </p:tav>
                                          </p:tavLst>
                                        </p:anim>
                                      </p:childTnLst>
                                    </p:cTn>
                                  </p:par>
                                </p:childTnLst>
                              </p:cTn>
                            </p:par>
                            <p:par>
                              <p:cTn id="28" fill="hold">
                                <p:stCondLst>
                                  <p:cond delay="3400"/>
                                </p:stCondLst>
                                <p:childTnLst>
                                  <p:par>
                                    <p:cTn id="29" presetID="2" presetClass="entr" presetSubtype="4" fill="hold" nodeType="afterEffect">
                                      <p:stCondLst>
                                        <p:cond delay="0"/>
                                      </p:stCondLst>
                                      <p:childTnLst>
                                        <p:set>
                                          <p:cBhvr>
                                            <p:cTn id="30" dur="1" fill="hold">
                                              <p:stCondLst>
                                                <p:cond delay="0"/>
                                              </p:stCondLst>
                                            </p:cTn>
                                            <p:tgtEl>
                                              <p:spTgt spid="16"/>
                                            </p:tgtEl>
                                            <p:attrNameLst>
                                              <p:attrName>style.visibility</p:attrName>
                                            </p:attrNameLst>
                                          </p:cBhvr>
                                          <p:to>
                                            <p:strVal val="visible"/>
                                          </p:to>
                                        </p:set>
                                        <p:anim calcmode="lin" valueType="num">
                                          <p:cBhvr additive="base">
                                            <p:cTn id="31" dur="500" fill="hold"/>
                                            <p:tgtEl>
                                              <p:spTgt spid="16"/>
                                            </p:tgtEl>
                                            <p:attrNameLst>
                                              <p:attrName>ppt_x</p:attrName>
                                            </p:attrNameLst>
                                          </p:cBhvr>
                                          <p:tavLst>
                                            <p:tav tm="0">
                                              <p:val>
                                                <p:strVal val="#ppt_x"/>
                                              </p:val>
                                            </p:tav>
                                            <p:tav tm="100000">
                                              <p:val>
                                                <p:strVal val="#ppt_x"/>
                                              </p:val>
                                            </p:tav>
                                          </p:tavLst>
                                        </p:anim>
                                        <p:anim calcmode="lin" valueType="num">
                                          <p:cBhvr additive="base">
                                            <p:cTn id="32" dur="500" fill="hold"/>
                                            <p:tgtEl>
                                              <p:spTgt spid="16"/>
                                            </p:tgtEl>
                                            <p:attrNameLst>
                                              <p:attrName>ppt_y</p:attrName>
                                            </p:attrNameLst>
                                          </p:cBhvr>
                                          <p:tavLst>
                                            <p:tav tm="0">
                                              <p:val>
                                                <p:strVal val="1+#ppt_h/2"/>
                                              </p:val>
                                            </p:tav>
                                            <p:tav tm="100000">
                                              <p:val>
                                                <p:strVal val="#ppt_y"/>
                                              </p:val>
                                            </p:tav>
                                          </p:tavLst>
                                        </p:anim>
                                      </p:childTnLst>
                                    </p:cTn>
                                  </p:par>
                                </p:childTnLst>
                              </p:cTn>
                            </p:par>
                            <p:par>
                              <p:cTn id="33" fill="hold">
                                <p:stCondLst>
                                  <p:cond delay="3900"/>
                                </p:stCondLst>
                                <p:childTnLst>
                                  <p:par>
                                    <p:cTn id="34" presetID="2" presetClass="entr" presetSubtype="4" fill="hold" nodeType="afterEffect">
                                      <p:stCondLst>
                                        <p:cond delay="0"/>
                                      </p:stCondLst>
                                      <p:childTnLst>
                                        <p:set>
                                          <p:cBhvr>
                                            <p:cTn id="35" dur="1" fill="hold">
                                              <p:stCondLst>
                                                <p:cond delay="0"/>
                                              </p:stCondLst>
                                            </p:cTn>
                                            <p:tgtEl>
                                              <p:spTgt spid="17"/>
                                            </p:tgtEl>
                                            <p:attrNameLst>
                                              <p:attrName>style.visibility</p:attrName>
                                            </p:attrNameLst>
                                          </p:cBhvr>
                                          <p:to>
                                            <p:strVal val="visible"/>
                                          </p:to>
                                        </p:set>
                                        <p:anim calcmode="lin" valueType="num">
                                          <p:cBhvr additive="base">
                                            <p:cTn id="36" dur="500" fill="hold"/>
                                            <p:tgtEl>
                                              <p:spTgt spid="17"/>
                                            </p:tgtEl>
                                            <p:attrNameLst>
                                              <p:attrName>ppt_x</p:attrName>
                                            </p:attrNameLst>
                                          </p:cBhvr>
                                          <p:tavLst>
                                            <p:tav tm="0">
                                              <p:val>
                                                <p:strVal val="#ppt_x"/>
                                              </p:val>
                                            </p:tav>
                                            <p:tav tm="100000">
                                              <p:val>
                                                <p:strVal val="#ppt_x"/>
                                              </p:val>
                                            </p:tav>
                                          </p:tavLst>
                                        </p:anim>
                                        <p:anim calcmode="lin" valueType="num">
                                          <p:cBhvr additive="base">
                                            <p:cTn id="37" dur="500" fill="hold"/>
                                            <p:tgtEl>
                                              <p:spTgt spid="17"/>
                                            </p:tgtEl>
                                            <p:attrNameLst>
                                              <p:attrName>ppt_y</p:attrName>
                                            </p:attrNameLst>
                                          </p:cBhvr>
                                          <p:tavLst>
                                            <p:tav tm="0">
                                              <p:val>
                                                <p:strVal val="1+#ppt_h/2"/>
                                              </p:val>
                                            </p:tav>
                                            <p:tav tm="100000">
                                              <p:val>
                                                <p:strVal val="#ppt_y"/>
                                              </p:val>
                                            </p:tav>
                                          </p:tavLst>
                                        </p:anim>
                                      </p:childTnLst>
                                    </p:cTn>
                                  </p:par>
                                </p:childTnLst>
                              </p:cTn>
                            </p:par>
                            <p:par>
                              <p:cTn id="38" fill="hold">
                                <p:stCondLst>
                                  <p:cond delay="4400"/>
                                </p:stCondLst>
                                <p:childTnLst>
                                  <p:par>
                                    <p:cTn id="39" presetID="2" presetClass="entr" presetSubtype="4" fill="hold" nodeType="afterEffect">
                                      <p:stCondLst>
                                        <p:cond delay="0"/>
                                      </p:stCondLst>
                                      <p:childTnLst>
                                        <p:set>
                                          <p:cBhvr>
                                            <p:cTn id="40" dur="1" fill="hold">
                                              <p:stCondLst>
                                                <p:cond delay="0"/>
                                              </p:stCondLst>
                                            </p:cTn>
                                            <p:tgtEl>
                                              <p:spTgt spid="18"/>
                                            </p:tgtEl>
                                            <p:attrNameLst>
                                              <p:attrName>style.visibility</p:attrName>
                                            </p:attrNameLst>
                                          </p:cBhvr>
                                          <p:to>
                                            <p:strVal val="visible"/>
                                          </p:to>
                                        </p:set>
                                        <p:anim calcmode="lin" valueType="num">
                                          <p:cBhvr additive="base">
                                            <p:cTn id="41" dur="500" fill="hold"/>
                                            <p:tgtEl>
                                              <p:spTgt spid="18"/>
                                            </p:tgtEl>
                                            <p:attrNameLst>
                                              <p:attrName>ppt_x</p:attrName>
                                            </p:attrNameLst>
                                          </p:cBhvr>
                                          <p:tavLst>
                                            <p:tav tm="0">
                                              <p:val>
                                                <p:strVal val="#ppt_x"/>
                                              </p:val>
                                            </p:tav>
                                            <p:tav tm="100000">
                                              <p:val>
                                                <p:strVal val="#ppt_x"/>
                                              </p:val>
                                            </p:tav>
                                          </p:tavLst>
                                        </p:anim>
                                        <p:anim calcmode="lin" valueType="num">
                                          <p:cBhvr additive="base">
                                            <p:cTn id="42" dur="500" fill="hold"/>
                                            <p:tgtEl>
                                              <p:spTgt spid="18"/>
                                            </p:tgtEl>
                                            <p:attrNameLst>
                                              <p:attrName>ppt_y</p:attrName>
                                            </p:attrNameLst>
                                          </p:cBhvr>
                                          <p:tavLst>
                                            <p:tav tm="0">
                                              <p:val>
                                                <p:strVal val="1+#ppt_h/2"/>
                                              </p:val>
                                            </p:tav>
                                            <p:tav tm="100000">
                                              <p:val>
                                                <p:strVal val="#ppt_y"/>
                                              </p:val>
                                            </p:tav>
                                          </p:tavLst>
                                        </p:anim>
                                      </p:childTnLst>
                                    </p:cTn>
                                  </p:par>
                                </p:childTnLst>
                              </p:cTn>
                            </p:par>
                            <p:par>
                              <p:cTn id="43" fill="hold">
                                <p:stCondLst>
                                  <p:cond delay="4900"/>
                                </p:stCondLst>
                                <p:childTnLst>
                                  <p:par>
                                    <p:cTn id="44" presetID="2" presetClass="entr" presetSubtype="4" fill="hold" nodeType="afterEffect">
                                      <p:stCondLst>
                                        <p:cond delay="0"/>
                                      </p:stCondLst>
                                      <p:childTnLst>
                                        <p:set>
                                          <p:cBhvr>
                                            <p:cTn id="45" dur="1" fill="hold">
                                              <p:stCondLst>
                                                <p:cond delay="0"/>
                                              </p:stCondLst>
                                            </p:cTn>
                                            <p:tgtEl>
                                              <p:spTgt spid="19"/>
                                            </p:tgtEl>
                                            <p:attrNameLst>
                                              <p:attrName>style.visibility</p:attrName>
                                            </p:attrNameLst>
                                          </p:cBhvr>
                                          <p:to>
                                            <p:strVal val="visible"/>
                                          </p:to>
                                        </p:set>
                                        <p:anim calcmode="lin" valueType="num">
                                          <p:cBhvr additive="base">
                                            <p:cTn id="46" dur="500" fill="hold"/>
                                            <p:tgtEl>
                                              <p:spTgt spid="19"/>
                                            </p:tgtEl>
                                            <p:attrNameLst>
                                              <p:attrName>ppt_x</p:attrName>
                                            </p:attrNameLst>
                                          </p:cBhvr>
                                          <p:tavLst>
                                            <p:tav tm="0">
                                              <p:val>
                                                <p:strVal val="#ppt_x"/>
                                              </p:val>
                                            </p:tav>
                                            <p:tav tm="100000">
                                              <p:val>
                                                <p:strVal val="#ppt_x"/>
                                              </p:val>
                                            </p:tav>
                                          </p:tavLst>
                                        </p:anim>
                                        <p:anim calcmode="lin" valueType="num">
                                          <p:cBhvr additive="base">
                                            <p:cTn id="47" dur="500" fill="hold"/>
                                            <p:tgtEl>
                                              <p:spTgt spid="19"/>
                                            </p:tgtEl>
                                            <p:attrNameLst>
                                              <p:attrName>ppt_y</p:attrName>
                                            </p:attrNameLst>
                                          </p:cBhvr>
                                          <p:tavLst>
                                            <p:tav tm="0">
                                              <p:val>
                                                <p:strVal val="1+#ppt_h/2"/>
                                              </p:val>
                                            </p:tav>
                                            <p:tav tm="100000">
                                              <p:val>
                                                <p:strVal val="#ppt_y"/>
                                              </p:val>
                                            </p:tav>
                                          </p:tavLst>
                                        </p:anim>
                                      </p:childTnLst>
                                    </p:cTn>
                                  </p:par>
                                </p:childTnLst>
                              </p:cTn>
                            </p:par>
                            <p:par>
                              <p:cTn id="48" fill="hold">
                                <p:stCondLst>
                                  <p:cond delay="5400"/>
                                </p:stCondLst>
                                <p:childTnLst>
                                  <p:par>
                                    <p:cTn id="49" presetID="22" presetClass="entr" presetSubtype="8" fill="hold" grpId="0" nodeType="afterEffect">
                                      <p:stCondLst>
                                        <p:cond delay="0"/>
                                      </p:stCondLst>
                                      <p:childTnLst>
                                        <p:set>
                                          <p:cBhvr>
                                            <p:cTn id="50" dur="1" fill="hold">
                                              <p:stCondLst>
                                                <p:cond delay="0"/>
                                              </p:stCondLst>
                                            </p:cTn>
                                            <p:tgtEl>
                                              <p:spTgt spid="66"/>
                                            </p:tgtEl>
                                            <p:attrNameLst>
                                              <p:attrName>style.visibility</p:attrName>
                                            </p:attrNameLst>
                                          </p:cBhvr>
                                          <p:to>
                                            <p:strVal val="visible"/>
                                          </p:to>
                                        </p:set>
                                        <p:animEffect transition="in" filter="wipe(left)">
                                          <p:cBhvr>
                                            <p:cTn id="51" dur="500"/>
                                            <p:tgtEl>
                                              <p:spTgt spid="66"/>
                                            </p:tgtEl>
                                          </p:cBhvr>
                                        </p:animEffect>
                                      </p:childTnLst>
                                    </p:cTn>
                                  </p:par>
                                </p:childTnLst>
                              </p:cTn>
                            </p:par>
                            <p:par>
                              <p:cTn id="52" fill="hold">
                                <p:stCondLst>
                                  <p:cond delay="5900"/>
                                </p:stCondLst>
                                <p:childTnLst>
                                  <p:par>
                                    <p:cTn id="53" presetID="22" presetClass="entr" presetSubtype="8" fill="hold" grpId="0" nodeType="afterEffect">
                                      <p:stCondLst>
                                        <p:cond delay="0"/>
                                      </p:stCondLst>
                                      <p:childTnLst>
                                        <p:set>
                                          <p:cBhvr>
                                            <p:cTn id="54" dur="1" fill="hold">
                                              <p:stCondLst>
                                                <p:cond delay="0"/>
                                              </p:stCondLst>
                                            </p:cTn>
                                            <p:tgtEl>
                                              <p:spTgt spid="67"/>
                                            </p:tgtEl>
                                            <p:attrNameLst>
                                              <p:attrName>style.visibility</p:attrName>
                                            </p:attrNameLst>
                                          </p:cBhvr>
                                          <p:to>
                                            <p:strVal val="visible"/>
                                          </p:to>
                                        </p:set>
                                        <p:animEffect transition="in" filter="wipe(left)">
                                          <p:cBhvr>
                                            <p:cTn id="55" dur="500"/>
                                            <p:tgtEl>
                                              <p:spTgt spid="67"/>
                                            </p:tgtEl>
                                          </p:cBhvr>
                                        </p:animEffect>
                                      </p:childTnLst>
                                    </p:cTn>
                                  </p:par>
                                </p:childTnLst>
                              </p:cTn>
                            </p:par>
                            <p:par>
                              <p:cTn id="56" fill="hold">
                                <p:stCondLst>
                                  <p:cond delay="6400"/>
                                </p:stCondLst>
                                <p:childTnLst>
                                  <p:par>
                                    <p:cTn id="57" presetID="22" presetClass="entr" presetSubtype="8" fill="hold" grpId="0" nodeType="afterEffect">
                                      <p:stCondLst>
                                        <p:cond delay="0"/>
                                      </p:stCondLst>
                                      <p:childTnLst>
                                        <p:set>
                                          <p:cBhvr>
                                            <p:cTn id="58" dur="1" fill="hold">
                                              <p:stCondLst>
                                                <p:cond delay="0"/>
                                              </p:stCondLst>
                                            </p:cTn>
                                            <p:tgtEl>
                                              <p:spTgt spid="68"/>
                                            </p:tgtEl>
                                            <p:attrNameLst>
                                              <p:attrName>style.visibility</p:attrName>
                                            </p:attrNameLst>
                                          </p:cBhvr>
                                          <p:to>
                                            <p:strVal val="visible"/>
                                          </p:to>
                                        </p:set>
                                        <p:animEffect transition="in" filter="wipe(left)">
                                          <p:cBhvr>
                                            <p:cTn id="59" dur="500"/>
                                            <p:tgtEl>
                                              <p:spTgt spid="68"/>
                                            </p:tgtEl>
                                          </p:cBhvr>
                                        </p:animEffect>
                                      </p:childTnLst>
                                    </p:cTn>
                                  </p:par>
                                </p:childTnLst>
                              </p:cTn>
                            </p:par>
                            <p:par>
                              <p:cTn id="60" fill="hold">
                                <p:stCondLst>
                                  <p:cond delay="6900"/>
                                </p:stCondLst>
                                <p:childTnLst>
                                  <p:par>
                                    <p:cTn id="61" presetID="22" presetClass="entr" presetSubtype="8" fill="hold" grpId="0" nodeType="afterEffect">
                                      <p:stCondLst>
                                        <p:cond delay="0"/>
                                      </p:stCondLst>
                                      <p:childTnLst>
                                        <p:set>
                                          <p:cBhvr>
                                            <p:cTn id="62" dur="1" fill="hold">
                                              <p:stCondLst>
                                                <p:cond delay="0"/>
                                              </p:stCondLst>
                                            </p:cTn>
                                            <p:tgtEl>
                                              <p:spTgt spid="69"/>
                                            </p:tgtEl>
                                            <p:attrNameLst>
                                              <p:attrName>style.visibility</p:attrName>
                                            </p:attrNameLst>
                                          </p:cBhvr>
                                          <p:to>
                                            <p:strVal val="visible"/>
                                          </p:to>
                                        </p:set>
                                        <p:animEffect transition="in" filter="wipe(left)">
                                          <p:cBhvr>
                                            <p:cTn id="63" dur="500"/>
                                            <p:tgtEl>
                                              <p:spTgt spid="69"/>
                                            </p:tgtEl>
                                          </p:cBhvr>
                                        </p:animEffect>
                                      </p:childTnLst>
                                    </p:cTn>
                                  </p:par>
                                </p:childTnLst>
                              </p:cTn>
                            </p:par>
                            <p:par>
                              <p:cTn id="64" fill="hold">
                                <p:stCondLst>
                                  <p:cond delay="7400"/>
                                </p:stCondLst>
                                <p:childTnLst>
                                  <p:par>
                                    <p:cTn id="65" presetID="22" presetClass="entr" presetSubtype="8" fill="hold" grpId="0" nodeType="afterEffect">
                                      <p:stCondLst>
                                        <p:cond delay="0"/>
                                      </p:stCondLst>
                                      <p:childTnLst>
                                        <p:set>
                                          <p:cBhvr>
                                            <p:cTn id="66" dur="1" fill="hold">
                                              <p:stCondLst>
                                                <p:cond delay="0"/>
                                              </p:stCondLst>
                                            </p:cTn>
                                            <p:tgtEl>
                                              <p:spTgt spid="70"/>
                                            </p:tgtEl>
                                            <p:attrNameLst>
                                              <p:attrName>style.visibility</p:attrName>
                                            </p:attrNameLst>
                                          </p:cBhvr>
                                          <p:to>
                                            <p:strVal val="visible"/>
                                          </p:to>
                                        </p:set>
                                        <p:animEffect transition="in" filter="wipe(left)">
                                          <p:cBhvr>
                                            <p:cTn id="67" dur="5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22" grpId="0"/>
          <p:bldP spid="12" grpId="0"/>
          <p:bldP spid="66" grpId="0" animBg="1"/>
          <p:bldP spid="67" grpId="0" animBg="1"/>
          <p:bldP spid="68" grpId="0" animBg="1"/>
          <p:bldP spid="69" grpId="0" animBg="1"/>
          <p:bldP spid="70" grpId="0" animBg="1"/>
        </p:bldLst>
      </p:timing>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文本框 2"/>
          <p:cNvSpPr txBox="1">
            <a:spLocks noChangeArrowheads="1"/>
          </p:cNvSpPr>
          <p:nvPr>
            <p:custDataLst>
              <p:tags r:id="rId1"/>
            </p:custDataLst>
          </p:nvPr>
        </p:nvSpPr>
        <p:spPr bwMode="auto">
          <a:xfrm>
            <a:off x="1056625" y="2193837"/>
            <a:ext cx="2247543" cy="2246769"/>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r" eaLnBrk="1" hangingPunct="1"/>
            <a:r>
              <a:rPr lang="en-US" altLang="zh-CN" sz="14600" b="1" dirty="0">
                <a:solidFill>
                  <a:srgbClr val="314865"/>
                </a:solidFill>
                <a:latin typeface="Arial"/>
                <a:ea typeface="微软雅黑"/>
                <a:cs typeface="Times New Roman" panose="02020603050405020304" pitchFamily="18" charset="0"/>
                <a:sym typeface="Arial"/>
              </a:rPr>
              <a:t>01</a:t>
            </a:r>
            <a:endParaRPr lang="zh-CN" altLang="en-US" sz="14600" b="1" dirty="0">
              <a:solidFill>
                <a:srgbClr val="314865"/>
              </a:solidFill>
              <a:latin typeface="Arial"/>
              <a:ea typeface="微软雅黑"/>
              <a:cs typeface="Times New Roman" panose="02020603050405020304" pitchFamily="18" charset="0"/>
              <a:sym typeface="Arial"/>
            </a:endParaRPr>
          </a:p>
        </p:txBody>
      </p:sp>
      <p:cxnSp>
        <p:nvCxnSpPr>
          <p:cNvPr id="30" name="直接连接符 29"/>
          <p:cNvCxnSpPr>
            <a:cxnSpLocks/>
          </p:cNvCxnSpPr>
          <p:nvPr>
            <p:custDataLst>
              <p:tags r:id="rId2"/>
            </p:custDataLst>
          </p:nvPr>
        </p:nvCxnSpPr>
        <p:spPr>
          <a:xfrm>
            <a:off x="4269095" y="3974767"/>
            <a:ext cx="7186590" cy="0"/>
          </a:xfrm>
          <a:prstGeom prst="line">
            <a:avLst/>
          </a:prstGeom>
          <a:ln w="12700">
            <a:solidFill>
              <a:schemeClr val="tx1">
                <a:lumMod val="20000"/>
                <a:lumOff val="80000"/>
              </a:schemeClr>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32" name="矩形 31"/>
          <p:cNvSpPr/>
          <p:nvPr/>
        </p:nvSpPr>
        <p:spPr>
          <a:xfrm>
            <a:off x="4269095" y="2643919"/>
            <a:ext cx="7186590" cy="1015663"/>
          </a:xfrm>
          <a:prstGeom prst="rect">
            <a:avLst/>
          </a:prstGeom>
        </p:spPr>
        <p:txBody>
          <a:bodyPr wrap="square" lIns="0" tIns="0" rIns="0" bIns="0">
            <a:spAutoFit/>
          </a:bodyPr>
          <a:lstStyle/>
          <a:p>
            <a:pPr algn="ctr"/>
            <a:r>
              <a:rPr lang="zh-CN" altLang="en-US" sz="6600" b="1" dirty="0">
                <a:solidFill>
                  <a:srgbClr val="314865"/>
                </a:solidFill>
                <a:effectLst>
                  <a:innerShdw blurRad="63500" dist="50800" dir="13500000">
                    <a:prstClr val="black">
                      <a:alpha val="50000"/>
                    </a:prstClr>
                  </a:innerShdw>
                </a:effectLst>
                <a:latin typeface="Arial"/>
                <a:ea typeface="微软雅黑"/>
                <a:sym typeface="Arial"/>
              </a:rPr>
              <a:t>相关技术</a:t>
            </a:r>
          </a:p>
        </p:txBody>
      </p:sp>
      <p:grpSp>
        <p:nvGrpSpPr>
          <p:cNvPr id="18" name="组合 17">
            <a:extLst>
              <a:ext uri="{FF2B5EF4-FFF2-40B4-BE49-F238E27FC236}">
                <a16:creationId xmlns:a16="http://schemas.microsoft.com/office/drawing/2014/main" id="{1C01247D-0162-49DD-86DF-3BC7B90EA4BC}"/>
              </a:ext>
            </a:extLst>
          </p:cNvPr>
          <p:cNvGrpSpPr/>
          <p:nvPr/>
        </p:nvGrpSpPr>
        <p:grpSpPr>
          <a:xfrm>
            <a:off x="7781759" y="937931"/>
            <a:ext cx="2758272" cy="837788"/>
            <a:chOff x="4602145" y="211015"/>
            <a:chExt cx="2758272" cy="837788"/>
          </a:xfrm>
        </p:grpSpPr>
        <p:sp>
          <p:nvSpPr>
            <p:cNvPr id="20" name="流程图: 终止 19">
              <a:extLst>
                <a:ext uri="{FF2B5EF4-FFF2-40B4-BE49-F238E27FC236}">
                  <a16:creationId xmlns:a16="http://schemas.microsoft.com/office/drawing/2014/main" id="{996E1BFB-125C-45F3-AEC3-86319D368C23}"/>
                </a:ext>
              </a:extLst>
            </p:cNvPr>
            <p:cNvSpPr/>
            <p:nvPr/>
          </p:nvSpPr>
          <p:spPr>
            <a:xfrm>
              <a:off x="5521569" y="566482"/>
              <a:ext cx="1838848" cy="482321"/>
            </a:xfrm>
            <a:prstGeom prst="flowChartTerminator">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
          <p:nvSpPr>
            <p:cNvPr id="22" name="流程图: 终止 21">
              <a:extLst>
                <a:ext uri="{FF2B5EF4-FFF2-40B4-BE49-F238E27FC236}">
                  <a16:creationId xmlns:a16="http://schemas.microsoft.com/office/drawing/2014/main" id="{DEEDD79F-D6D2-4A19-A4F3-9B156BA42CB8}"/>
                </a:ext>
              </a:extLst>
            </p:cNvPr>
            <p:cNvSpPr/>
            <p:nvPr/>
          </p:nvSpPr>
          <p:spPr>
            <a:xfrm>
              <a:off x="4602145" y="211015"/>
              <a:ext cx="1838848" cy="482321"/>
            </a:xfrm>
            <a:prstGeom prst="flowChartTerminator">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
          <p:nvSpPr>
            <p:cNvPr id="23" name="流程图: 终止 22">
              <a:extLst>
                <a:ext uri="{FF2B5EF4-FFF2-40B4-BE49-F238E27FC236}">
                  <a16:creationId xmlns:a16="http://schemas.microsoft.com/office/drawing/2014/main" id="{5C74AD11-2929-4A85-9085-AB225DDC1B5C}"/>
                </a:ext>
              </a:extLst>
            </p:cNvPr>
            <p:cNvSpPr/>
            <p:nvPr/>
          </p:nvSpPr>
          <p:spPr>
            <a:xfrm>
              <a:off x="5521569" y="526200"/>
              <a:ext cx="1838848" cy="482321"/>
            </a:xfrm>
            <a:prstGeom prst="flowChartTermina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grpSp>
      <p:sp>
        <p:nvSpPr>
          <p:cNvPr id="24" name="矩形 23">
            <a:extLst>
              <a:ext uri="{FF2B5EF4-FFF2-40B4-BE49-F238E27FC236}">
                <a16:creationId xmlns:a16="http://schemas.microsoft.com/office/drawing/2014/main" id="{C73ADF1F-38EF-435B-AFE8-407670BA2596}"/>
              </a:ext>
            </a:extLst>
          </p:cNvPr>
          <p:cNvSpPr/>
          <p:nvPr/>
        </p:nvSpPr>
        <p:spPr>
          <a:xfrm>
            <a:off x="1056625" y="-1"/>
            <a:ext cx="2247543" cy="1775719"/>
          </a:xfrm>
          <a:prstGeom prst="rect">
            <a:avLst/>
          </a:prstGeom>
          <a:solidFill>
            <a:srgbClr val="3148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
        <p:nvSpPr>
          <p:cNvPr id="25" name="矩形 24">
            <a:extLst>
              <a:ext uri="{FF2B5EF4-FFF2-40B4-BE49-F238E27FC236}">
                <a16:creationId xmlns:a16="http://schemas.microsoft.com/office/drawing/2014/main" id="{65033491-2A2E-4558-B98A-7C1EC7A94119}"/>
              </a:ext>
            </a:extLst>
          </p:cNvPr>
          <p:cNvSpPr/>
          <p:nvPr/>
        </p:nvSpPr>
        <p:spPr>
          <a:xfrm>
            <a:off x="1056625" y="4913832"/>
            <a:ext cx="2247543" cy="1944168"/>
          </a:xfrm>
          <a:prstGeom prst="rect">
            <a:avLst/>
          </a:prstGeom>
          <a:solidFill>
            <a:srgbClr val="3148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Tree>
    <p:extLst>
      <p:ext uri="{BB962C8B-B14F-4D97-AF65-F5344CB8AC3E}">
        <p14:creationId xmlns:p14="http://schemas.microsoft.com/office/powerpoint/2010/main" val="256029525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500" fill="hold"/>
                                            <p:tgtEl>
                                              <p:spTgt spid="24"/>
                                            </p:tgtEl>
                                            <p:attrNameLst>
                                              <p:attrName>ppt_x</p:attrName>
                                            </p:attrNameLst>
                                          </p:cBhvr>
                                          <p:tavLst>
                                            <p:tav tm="0">
                                              <p:val>
                                                <p:strVal val="#ppt_x"/>
                                              </p:val>
                                            </p:tav>
                                            <p:tav tm="100000">
                                              <p:val>
                                                <p:strVal val="#ppt_x"/>
                                              </p:val>
                                            </p:tav>
                                          </p:tavLst>
                                        </p:anim>
                                        <p:anim calcmode="lin" valueType="num">
                                          <p:cBhvr additive="base">
                                            <p:cTn id="8" dur="500" fill="hold"/>
                                            <p:tgtEl>
                                              <p:spTgt spid="24"/>
                                            </p:tgtEl>
                                            <p:attrNameLst>
                                              <p:attrName>ppt_y</p:attrName>
                                            </p:attrNameLst>
                                          </p:cBhvr>
                                          <p:tavLst>
                                            <p:tav tm="0">
                                              <p:val>
                                                <p:strVal val="0-#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5"/>
                                            </p:tgtEl>
                                            <p:attrNameLst>
                                              <p:attrName>style.visibility</p:attrName>
                                            </p:attrNameLst>
                                          </p:cBhvr>
                                          <p:to>
                                            <p:strVal val="visible"/>
                                          </p:to>
                                        </p:set>
                                        <p:anim calcmode="lin" valueType="num">
                                          <p:cBhvr additive="base">
                                            <p:cTn id="11" dur="500" fill="hold"/>
                                            <p:tgtEl>
                                              <p:spTgt spid="25"/>
                                            </p:tgtEl>
                                            <p:attrNameLst>
                                              <p:attrName>ppt_x</p:attrName>
                                            </p:attrNameLst>
                                          </p:cBhvr>
                                          <p:tavLst>
                                            <p:tav tm="0">
                                              <p:val>
                                                <p:strVal val="#ppt_x"/>
                                              </p:val>
                                            </p:tav>
                                            <p:tav tm="100000">
                                              <p:val>
                                                <p:strVal val="#ppt_x"/>
                                              </p:val>
                                            </p:tav>
                                          </p:tavLst>
                                        </p:anim>
                                        <p:anim calcmode="lin" valueType="num">
                                          <p:cBhvr additive="base">
                                            <p:cTn id="12" dur="500" fill="hold"/>
                                            <p:tgtEl>
                                              <p:spTgt spid="25"/>
                                            </p:tgtEl>
                                            <p:attrNameLst>
                                              <p:attrName>ppt_y</p:attrName>
                                            </p:attrNameLst>
                                          </p:cBhvr>
                                          <p:tavLst>
                                            <p:tav tm="0">
                                              <p:val>
                                                <p:strVal val="1+#ppt_h/2"/>
                                              </p:val>
                                            </p:tav>
                                            <p:tav tm="100000">
                                              <p:val>
                                                <p:strVal val="#ppt_y"/>
                                              </p:val>
                                            </p:tav>
                                          </p:tavLst>
                                        </p:anim>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26"/>
                                            </p:tgtEl>
                                            <p:attrNameLst>
                                              <p:attrName>style.visibility</p:attrName>
                                            </p:attrNameLst>
                                          </p:cBhvr>
                                          <p:to>
                                            <p:strVal val="visible"/>
                                          </p:to>
                                        </p:set>
                                        <p:animEffect transition="in" filter="fade">
                                          <p:cBhvr>
                                            <p:cTn id="16" dur="500"/>
                                            <p:tgtEl>
                                              <p:spTgt spid="26"/>
                                            </p:tgtEl>
                                          </p:cBhvr>
                                        </p:animEffect>
                                      </p:childTnLst>
                                    </p:cTn>
                                  </p:par>
                                </p:childTnLst>
                              </p:cTn>
                            </p:par>
                            <p:par>
                              <p:cTn id="17" fill="hold">
                                <p:stCondLst>
                                  <p:cond delay="1000"/>
                                </p:stCondLst>
                                <p:childTnLst>
                                  <p:par>
                                    <p:cTn id="18" presetID="2" presetClass="entr" presetSubtype="2" fill="hold" nodeType="afterEffect" p14:presetBounceEnd="60000">
                                      <p:stCondLst>
                                        <p:cond delay="0"/>
                                      </p:stCondLst>
                                      <p:childTnLst>
                                        <p:set>
                                          <p:cBhvr>
                                            <p:cTn id="19" dur="1" fill="hold">
                                              <p:stCondLst>
                                                <p:cond delay="0"/>
                                              </p:stCondLst>
                                            </p:cTn>
                                            <p:tgtEl>
                                              <p:spTgt spid="18"/>
                                            </p:tgtEl>
                                            <p:attrNameLst>
                                              <p:attrName>style.visibility</p:attrName>
                                            </p:attrNameLst>
                                          </p:cBhvr>
                                          <p:to>
                                            <p:strVal val="visible"/>
                                          </p:to>
                                        </p:set>
                                        <p:anim calcmode="lin" valueType="num" p14:bounceEnd="60000">
                                          <p:cBhvr additive="base">
                                            <p:cTn id="20" dur="500" fill="hold"/>
                                            <p:tgtEl>
                                              <p:spTgt spid="18"/>
                                            </p:tgtEl>
                                            <p:attrNameLst>
                                              <p:attrName>ppt_x</p:attrName>
                                            </p:attrNameLst>
                                          </p:cBhvr>
                                          <p:tavLst>
                                            <p:tav tm="0">
                                              <p:val>
                                                <p:strVal val="1+#ppt_w/2"/>
                                              </p:val>
                                            </p:tav>
                                            <p:tav tm="100000">
                                              <p:val>
                                                <p:strVal val="#ppt_x"/>
                                              </p:val>
                                            </p:tav>
                                          </p:tavLst>
                                        </p:anim>
                                        <p:anim calcmode="lin" valueType="num" p14:bounceEnd="60000">
                                          <p:cBhvr additive="base">
                                            <p:cTn id="21" dur="500" fill="hold"/>
                                            <p:tgtEl>
                                              <p:spTgt spid="18"/>
                                            </p:tgtEl>
                                            <p:attrNameLst>
                                              <p:attrName>ppt_y</p:attrName>
                                            </p:attrNameLst>
                                          </p:cBhvr>
                                          <p:tavLst>
                                            <p:tav tm="0">
                                              <p:val>
                                                <p:strVal val="#ppt_y"/>
                                              </p:val>
                                            </p:tav>
                                            <p:tav tm="100000">
                                              <p:val>
                                                <p:strVal val="#ppt_y"/>
                                              </p:val>
                                            </p:tav>
                                          </p:tavLst>
                                        </p:anim>
                                      </p:childTnLst>
                                    </p:cTn>
                                  </p:par>
                                </p:childTnLst>
                              </p:cTn>
                            </p:par>
                            <p:par>
                              <p:cTn id="22" fill="hold">
                                <p:stCondLst>
                                  <p:cond delay="1500"/>
                                </p:stCondLst>
                                <p:childTnLst>
                                  <p:par>
                                    <p:cTn id="23" presetID="2" presetClass="entr" presetSubtype="1" fill="hold" grpId="0" nodeType="afterEffect">
                                      <p:stCondLst>
                                        <p:cond delay="0"/>
                                      </p:stCondLst>
                                      <p:childTnLst>
                                        <p:set>
                                          <p:cBhvr>
                                            <p:cTn id="24" dur="1" fill="hold">
                                              <p:stCondLst>
                                                <p:cond delay="0"/>
                                              </p:stCondLst>
                                            </p:cTn>
                                            <p:tgtEl>
                                              <p:spTgt spid="32"/>
                                            </p:tgtEl>
                                            <p:attrNameLst>
                                              <p:attrName>style.visibility</p:attrName>
                                            </p:attrNameLst>
                                          </p:cBhvr>
                                          <p:to>
                                            <p:strVal val="visible"/>
                                          </p:to>
                                        </p:set>
                                        <p:anim calcmode="lin" valueType="num">
                                          <p:cBhvr additive="base">
                                            <p:cTn id="25" dur="500" fill="hold"/>
                                            <p:tgtEl>
                                              <p:spTgt spid="32"/>
                                            </p:tgtEl>
                                            <p:attrNameLst>
                                              <p:attrName>ppt_x</p:attrName>
                                            </p:attrNameLst>
                                          </p:cBhvr>
                                          <p:tavLst>
                                            <p:tav tm="0">
                                              <p:val>
                                                <p:strVal val="#ppt_x"/>
                                              </p:val>
                                            </p:tav>
                                            <p:tav tm="100000">
                                              <p:val>
                                                <p:strVal val="#ppt_x"/>
                                              </p:val>
                                            </p:tav>
                                          </p:tavLst>
                                        </p:anim>
                                        <p:anim calcmode="lin" valueType="num">
                                          <p:cBhvr additive="base">
                                            <p:cTn id="26" dur="500" fill="hold"/>
                                            <p:tgtEl>
                                              <p:spTgt spid="32"/>
                                            </p:tgtEl>
                                            <p:attrNameLst>
                                              <p:attrName>ppt_y</p:attrName>
                                            </p:attrNameLst>
                                          </p:cBhvr>
                                          <p:tavLst>
                                            <p:tav tm="0">
                                              <p:val>
                                                <p:strVal val="0-#ppt_h/2"/>
                                              </p:val>
                                            </p:tav>
                                            <p:tav tm="100000">
                                              <p:val>
                                                <p:strVal val="#ppt_y"/>
                                              </p:val>
                                            </p:tav>
                                          </p:tavLst>
                                        </p:anim>
                                      </p:childTnLst>
                                    </p:cTn>
                                  </p:par>
                                </p:childTnLst>
                              </p:cTn>
                            </p:par>
                            <p:par>
                              <p:cTn id="27" fill="hold">
                                <p:stCondLst>
                                  <p:cond delay="2000"/>
                                </p:stCondLst>
                                <p:childTnLst>
                                  <p:par>
                                    <p:cTn id="28" presetID="16" presetClass="entr" presetSubtype="21" fill="hold" nodeType="afterEffect">
                                      <p:stCondLst>
                                        <p:cond delay="0"/>
                                      </p:stCondLst>
                                      <p:childTnLst>
                                        <p:set>
                                          <p:cBhvr>
                                            <p:cTn id="29" dur="1" fill="hold">
                                              <p:stCondLst>
                                                <p:cond delay="0"/>
                                              </p:stCondLst>
                                            </p:cTn>
                                            <p:tgtEl>
                                              <p:spTgt spid="30"/>
                                            </p:tgtEl>
                                            <p:attrNameLst>
                                              <p:attrName>style.visibility</p:attrName>
                                            </p:attrNameLst>
                                          </p:cBhvr>
                                          <p:to>
                                            <p:strVal val="visible"/>
                                          </p:to>
                                        </p:set>
                                        <p:animEffect transition="in" filter="barn(inVertical)">
                                          <p:cBhvr>
                                            <p:cTn id="30"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32" grpId="0"/>
          <p:bldP spid="24" grpId="0" animBg="1"/>
          <p:bldP spid="25"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500" fill="hold"/>
                                            <p:tgtEl>
                                              <p:spTgt spid="24"/>
                                            </p:tgtEl>
                                            <p:attrNameLst>
                                              <p:attrName>ppt_x</p:attrName>
                                            </p:attrNameLst>
                                          </p:cBhvr>
                                          <p:tavLst>
                                            <p:tav tm="0">
                                              <p:val>
                                                <p:strVal val="#ppt_x"/>
                                              </p:val>
                                            </p:tav>
                                            <p:tav tm="100000">
                                              <p:val>
                                                <p:strVal val="#ppt_x"/>
                                              </p:val>
                                            </p:tav>
                                          </p:tavLst>
                                        </p:anim>
                                        <p:anim calcmode="lin" valueType="num">
                                          <p:cBhvr additive="base">
                                            <p:cTn id="8" dur="500" fill="hold"/>
                                            <p:tgtEl>
                                              <p:spTgt spid="24"/>
                                            </p:tgtEl>
                                            <p:attrNameLst>
                                              <p:attrName>ppt_y</p:attrName>
                                            </p:attrNameLst>
                                          </p:cBhvr>
                                          <p:tavLst>
                                            <p:tav tm="0">
                                              <p:val>
                                                <p:strVal val="0-#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5"/>
                                            </p:tgtEl>
                                            <p:attrNameLst>
                                              <p:attrName>style.visibility</p:attrName>
                                            </p:attrNameLst>
                                          </p:cBhvr>
                                          <p:to>
                                            <p:strVal val="visible"/>
                                          </p:to>
                                        </p:set>
                                        <p:anim calcmode="lin" valueType="num">
                                          <p:cBhvr additive="base">
                                            <p:cTn id="11" dur="500" fill="hold"/>
                                            <p:tgtEl>
                                              <p:spTgt spid="25"/>
                                            </p:tgtEl>
                                            <p:attrNameLst>
                                              <p:attrName>ppt_x</p:attrName>
                                            </p:attrNameLst>
                                          </p:cBhvr>
                                          <p:tavLst>
                                            <p:tav tm="0">
                                              <p:val>
                                                <p:strVal val="#ppt_x"/>
                                              </p:val>
                                            </p:tav>
                                            <p:tav tm="100000">
                                              <p:val>
                                                <p:strVal val="#ppt_x"/>
                                              </p:val>
                                            </p:tav>
                                          </p:tavLst>
                                        </p:anim>
                                        <p:anim calcmode="lin" valueType="num">
                                          <p:cBhvr additive="base">
                                            <p:cTn id="12" dur="500" fill="hold"/>
                                            <p:tgtEl>
                                              <p:spTgt spid="25"/>
                                            </p:tgtEl>
                                            <p:attrNameLst>
                                              <p:attrName>ppt_y</p:attrName>
                                            </p:attrNameLst>
                                          </p:cBhvr>
                                          <p:tavLst>
                                            <p:tav tm="0">
                                              <p:val>
                                                <p:strVal val="1+#ppt_h/2"/>
                                              </p:val>
                                            </p:tav>
                                            <p:tav tm="100000">
                                              <p:val>
                                                <p:strVal val="#ppt_y"/>
                                              </p:val>
                                            </p:tav>
                                          </p:tavLst>
                                        </p:anim>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26"/>
                                            </p:tgtEl>
                                            <p:attrNameLst>
                                              <p:attrName>style.visibility</p:attrName>
                                            </p:attrNameLst>
                                          </p:cBhvr>
                                          <p:to>
                                            <p:strVal val="visible"/>
                                          </p:to>
                                        </p:set>
                                        <p:animEffect transition="in" filter="fade">
                                          <p:cBhvr>
                                            <p:cTn id="16" dur="500"/>
                                            <p:tgtEl>
                                              <p:spTgt spid="26"/>
                                            </p:tgtEl>
                                          </p:cBhvr>
                                        </p:animEffect>
                                      </p:childTnLst>
                                    </p:cTn>
                                  </p:par>
                                </p:childTnLst>
                              </p:cTn>
                            </p:par>
                            <p:par>
                              <p:cTn id="17" fill="hold">
                                <p:stCondLst>
                                  <p:cond delay="1000"/>
                                </p:stCondLst>
                                <p:childTnLst>
                                  <p:par>
                                    <p:cTn id="18" presetID="2" presetClass="entr" presetSubtype="2" fill="hold" nodeType="afterEffect">
                                      <p:stCondLst>
                                        <p:cond delay="0"/>
                                      </p:stCondLst>
                                      <p:childTnLst>
                                        <p:set>
                                          <p:cBhvr>
                                            <p:cTn id="19" dur="1" fill="hold">
                                              <p:stCondLst>
                                                <p:cond delay="0"/>
                                              </p:stCondLst>
                                            </p:cTn>
                                            <p:tgtEl>
                                              <p:spTgt spid="18"/>
                                            </p:tgtEl>
                                            <p:attrNameLst>
                                              <p:attrName>style.visibility</p:attrName>
                                            </p:attrNameLst>
                                          </p:cBhvr>
                                          <p:to>
                                            <p:strVal val="visible"/>
                                          </p:to>
                                        </p:set>
                                        <p:anim calcmode="lin" valueType="num">
                                          <p:cBhvr additive="base">
                                            <p:cTn id="20" dur="500" fill="hold"/>
                                            <p:tgtEl>
                                              <p:spTgt spid="18"/>
                                            </p:tgtEl>
                                            <p:attrNameLst>
                                              <p:attrName>ppt_x</p:attrName>
                                            </p:attrNameLst>
                                          </p:cBhvr>
                                          <p:tavLst>
                                            <p:tav tm="0">
                                              <p:val>
                                                <p:strVal val="1+#ppt_w/2"/>
                                              </p:val>
                                            </p:tav>
                                            <p:tav tm="100000">
                                              <p:val>
                                                <p:strVal val="#ppt_x"/>
                                              </p:val>
                                            </p:tav>
                                          </p:tavLst>
                                        </p:anim>
                                        <p:anim calcmode="lin" valueType="num">
                                          <p:cBhvr additive="base">
                                            <p:cTn id="21" dur="500" fill="hold"/>
                                            <p:tgtEl>
                                              <p:spTgt spid="18"/>
                                            </p:tgtEl>
                                            <p:attrNameLst>
                                              <p:attrName>ppt_y</p:attrName>
                                            </p:attrNameLst>
                                          </p:cBhvr>
                                          <p:tavLst>
                                            <p:tav tm="0">
                                              <p:val>
                                                <p:strVal val="#ppt_y"/>
                                              </p:val>
                                            </p:tav>
                                            <p:tav tm="100000">
                                              <p:val>
                                                <p:strVal val="#ppt_y"/>
                                              </p:val>
                                            </p:tav>
                                          </p:tavLst>
                                        </p:anim>
                                      </p:childTnLst>
                                    </p:cTn>
                                  </p:par>
                                </p:childTnLst>
                              </p:cTn>
                            </p:par>
                            <p:par>
                              <p:cTn id="22" fill="hold">
                                <p:stCondLst>
                                  <p:cond delay="1500"/>
                                </p:stCondLst>
                                <p:childTnLst>
                                  <p:par>
                                    <p:cTn id="23" presetID="2" presetClass="entr" presetSubtype="1" fill="hold" grpId="0" nodeType="afterEffect">
                                      <p:stCondLst>
                                        <p:cond delay="0"/>
                                      </p:stCondLst>
                                      <p:childTnLst>
                                        <p:set>
                                          <p:cBhvr>
                                            <p:cTn id="24" dur="1" fill="hold">
                                              <p:stCondLst>
                                                <p:cond delay="0"/>
                                              </p:stCondLst>
                                            </p:cTn>
                                            <p:tgtEl>
                                              <p:spTgt spid="32"/>
                                            </p:tgtEl>
                                            <p:attrNameLst>
                                              <p:attrName>style.visibility</p:attrName>
                                            </p:attrNameLst>
                                          </p:cBhvr>
                                          <p:to>
                                            <p:strVal val="visible"/>
                                          </p:to>
                                        </p:set>
                                        <p:anim calcmode="lin" valueType="num">
                                          <p:cBhvr additive="base">
                                            <p:cTn id="25" dur="500" fill="hold"/>
                                            <p:tgtEl>
                                              <p:spTgt spid="32"/>
                                            </p:tgtEl>
                                            <p:attrNameLst>
                                              <p:attrName>ppt_x</p:attrName>
                                            </p:attrNameLst>
                                          </p:cBhvr>
                                          <p:tavLst>
                                            <p:tav tm="0">
                                              <p:val>
                                                <p:strVal val="#ppt_x"/>
                                              </p:val>
                                            </p:tav>
                                            <p:tav tm="100000">
                                              <p:val>
                                                <p:strVal val="#ppt_x"/>
                                              </p:val>
                                            </p:tav>
                                          </p:tavLst>
                                        </p:anim>
                                        <p:anim calcmode="lin" valueType="num">
                                          <p:cBhvr additive="base">
                                            <p:cTn id="26" dur="500" fill="hold"/>
                                            <p:tgtEl>
                                              <p:spTgt spid="32"/>
                                            </p:tgtEl>
                                            <p:attrNameLst>
                                              <p:attrName>ppt_y</p:attrName>
                                            </p:attrNameLst>
                                          </p:cBhvr>
                                          <p:tavLst>
                                            <p:tav tm="0">
                                              <p:val>
                                                <p:strVal val="0-#ppt_h/2"/>
                                              </p:val>
                                            </p:tav>
                                            <p:tav tm="100000">
                                              <p:val>
                                                <p:strVal val="#ppt_y"/>
                                              </p:val>
                                            </p:tav>
                                          </p:tavLst>
                                        </p:anim>
                                      </p:childTnLst>
                                    </p:cTn>
                                  </p:par>
                                </p:childTnLst>
                              </p:cTn>
                            </p:par>
                            <p:par>
                              <p:cTn id="27" fill="hold">
                                <p:stCondLst>
                                  <p:cond delay="2000"/>
                                </p:stCondLst>
                                <p:childTnLst>
                                  <p:par>
                                    <p:cTn id="28" presetID="16" presetClass="entr" presetSubtype="21" fill="hold" nodeType="afterEffect">
                                      <p:stCondLst>
                                        <p:cond delay="0"/>
                                      </p:stCondLst>
                                      <p:childTnLst>
                                        <p:set>
                                          <p:cBhvr>
                                            <p:cTn id="29" dur="1" fill="hold">
                                              <p:stCondLst>
                                                <p:cond delay="0"/>
                                              </p:stCondLst>
                                            </p:cTn>
                                            <p:tgtEl>
                                              <p:spTgt spid="30"/>
                                            </p:tgtEl>
                                            <p:attrNameLst>
                                              <p:attrName>style.visibility</p:attrName>
                                            </p:attrNameLst>
                                          </p:cBhvr>
                                          <p:to>
                                            <p:strVal val="visible"/>
                                          </p:to>
                                        </p:set>
                                        <p:animEffect transition="in" filter="barn(inVertical)">
                                          <p:cBhvr>
                                            <p:cTn id="30"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32" grpId="0"/>
          <p:bldP spid="24" grpId="0" animBg="1"/>
          <p:bldP spid="25" grpId="0" animBg="1"/>
        </p:bldLst>
      </p:timing>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Text Placeholder 1">
            <a:extLst>
              <a:ext uri="{FF2B5EF4-FFF2-40B4-BE49-F238E27FC236}">
                <a16:creationId xmlns:a16="http://schemas.microsoft.com/office/drawing/2014/main" id="{B6936467-3733-4DD6-BAFE-EE1E96D9669C}"/>
              </a:ext>
            </a:extLst>
          </p:cNvPr>
          <p:cNvSpPr txBox="1">
            <a:spLocks/>
          </p:cNvSpPr>
          <p:nvPr/>
        </p:nvSpPr>
        <p:spPr>
          <a:xfrm>
            <a:off x="450772" y="4748592"/>
            <a:ext cx="3655129" cy="359817"/>
          </a:xfrm>
          <a:prstGeom prst="rect">
            <a:avLst/>
          </a:prstGeom>
        </p:spPr>
        <p:txBody>
          <a:bodyPr anchor="ct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None/>
            </a:pPr>
            <a:r>
              <a:rPr lang="zh-CN" altLang="en-US" b="1">
                <a:solidFill>
                  <a:srgbClr val="314865"/>
                </a:solidFill>
                <a:latin typeface="Arial"/>
                <a:ea typeface="微软雅黑"/>
                <a:sym typeface="Arial"/>
              </a:rPr>
              <a:t>网上商城系统</a:t>
            </a:r>
            <a:endParaRPr lang="zh-CN" altLang="en-US" b="1" dirty="0">
              <a:solidFill>
                <a:srgbClr val="314865"/>
              </a:solidFill>
              <a:latin typeface="Arial"/>
              <a:ea typeface="微软雅黑"/>
              <a:sym typeface="Arial"/>
            </a:endParaRPr>
          </a:p>
        </p:txBody>
      </p:sp>
      <p:cxnSp>
        <p:nvCxnSpPr>
          <p:cNvPr id="54" name="直接连接符 53">
            <a:extLst>
              <a:ext uri="{FF2B5EF4-FFF2-40B4-BE49-F238E27FC236}">
                <a16:creationId xmlns:a16="http://schemas.microsoft.com/office/drawing/2014/main" id="{77C55F3F-AAFB-4293-A334-6137C7E80236}"/>
              </a:ext>
            </a:extLst>
          </p:cNvPr>
          <p:cNvCxnSpPr>
            <a:cxnSpLocks/>
          </p:cNvCxnSpPr>
          <p:nvPr/>
        </p:nvCxnSpPr>
        <p:spPr>
          <a:xfrm>
            <a:off x="225385" y="5299316"/>
            <a:ext cx="11741229" cy="0"/>
          </a:xfrm>
          <a:prstGeom prst="line">
            <a:avLst/>
          </a:prstGeom>
          <a:noFill/>
          <a:ln w="9525" cap="flat" cmpd="sng" algn="ctr">
            <a:solidFill>
              <a:srgbClr val="46556A"/>
            </a:solidFill>
            <a:prstDash val="solid"/>
          </a:ln>
          <a:effectLst/>
        </p:spPr>
      </p:cxnSp>
      <p:sp>
        <p:nvSpPr>
          <p:cNvPr id="55" name="矩形 47">
            <a:extLst>
              <a:ext uri="{FF2B5EF4-FFF2-40B4-BE49-F238E27FC236}">
                <a16:creationId xmlns:a16="http://schemas.microsoft.com/office/drawing/2014/main" id="{25A603CF-AFF9-49F4-A7EE-21F5026BDF0D}"/>
              </a:ext>
            </a:extLst>
          </p:cNvPr>
          <p:cNvSpPr>
            <a:spLocks noChangeArrowheads="1"/>
          </p:cNvSpPr>
          <p:nvPr/>
        </p:nvSpPr>
        <p:spPr bwMode="auto">
          <a:xfrm>
            <a:off x="323606" y="5545114"/>
            <a:ext cx="11643007" cy="7749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charset="0"/>
              <a:buChar char="•"/>
              <a:defRPr sz="3200">
                <a:solidFill>
                  <a:sysClr val="windowText" lastClr="000000"/>
                </a:solidFill>
                <a:latin typeface="微软雅黑" pitchFamily="34" charset="-122"/>
                <a:ea typeface="微软雅黑" pitchFamily="34" charset="-122"/>
                <a:sym typeface="Calibri" pitchFamily="34" charset="0"/>
              </a:defRPr>
            </a:lvl1pPr>
            <a:lvl2pPr marL="742950" indent="-285750">
              <a:spcBef>
                <a:spcPct val="20000"/>
              </a:spcBef>
              <a:buFont typeface="Arial" charset="0"/>
              <a:buChar char="–"/>
              <a:defRPr sz="2800">
                <a:solidFill>
                  <a:sysClr val="windowText" lastClr="000000"/>
                </a:solidFill>
                <a:latin typeface="微软雅黑" pitchFamily="34" charset="-122"/>
                <a:ea typeface="微软雅黑" pitchFamily="34" charset="-122"/>
                <a:sym typeface="Calibri" pitchFamily="34" charset="0"/>
              </a:defRPr>
            </a:lvl2pPr>
            <a:lvl3pPr marL="1143000" indent="-228600">
              <a:spcBef>
                <a:spcPct val="20000"/>
              </a:spcBef>
              <a:buFont typeface="Arial" charset="0"/>
              <a:buChar char="•"/>
              <a:defRPr sz="2400">
                <a:solidFill>
                  <a:sysClr val="windowText" lastClr="000000"/>
                </a:solidFill>
                <a:latin typeface="微软雅黑" pitchFamily="34" charset="-122"/>
                <a:ea typeface="微软雅黑" pitchFamily="34" charset="-122"/>
                <a:sym typeface="Calibri" pitchFamily="34" charset="0"/>
              </a:defRPr>
            </a:lvl3pPr>
            <a:lvl4pPr marL="1600200" indent="-228600">
              <a:spcBef>
                <a:spcPct val="20000"/>
              </a:spcBef>
              <a:buFont typeface="Arial" charset="0"/>
              <a:buChar char="–"/>
              <a:defRPr sz="2000">
                <a:solidFill>
                  <a:sysClr val="windowText" lastClr="000000"/>
                </a:solidFill>
                <a:latin typeface="微软雅黑" pitchFamily="34" charset="-122"/>
                <a:ea typeface="微软雅黑" pitchFamily="34" charset="-122"/>
                <a:sym typeface="Calibri" pitchFamily="34" charset="0"/>
              </a:defRPr>
            </a:lvl4pPr>
            <a:lvl5pPr marL="2057400" indent="-228600">
              <a:spcBef>
                <a:spcPct val="20000"/>
              </a:spcBef>
              <a:buFont typeface="Arial" charset="0"/>
              <a:buChar char="»"/>
              <a:defRPr sz="2000">
                <a:solidFill>
                  <a:sysClr val="windowText" lastClr="000000"/>
                </a:solidFill>
                <a:latin typeface="微软雅黑" pitchFamily="34" charset="-122"/>
                <a:ea typeface="微软雅黑" pitchFamily="34" charset="-122"/>
                <a:sym typeface="Calibri" pitchFamily="34" charset="0"/>
              </a:defRPr>
            </a:lvl5pPr>
            <a:lvl6pPr marL="2514600" indent="-228600" eaLnBrk="0" fontAlgn="base" hangingPunct="0">
              <a:spcBef>
                <a:spcPct val="20000"/>
              </a:spcBef>
              <a:spcAft>
                <a:spcPct val="0"/>
              </a:spcAft>
              <a:buFont typeface="Arial" charset="0"/>
              <a:buChar char="»"/>
              <a:defRPr sz="2000">
                <a:solidFill>
                  <a:sysClr val="windowText" lastClr="000000"/>
                </a:solidFill>
                <a:latin typeface="微软雅黑" pitchFamily="34" charset="-122"/>
                <a:ea typeface="微软雅黑" pitchFamily="34" charset="-122"/>
                <a:sym typeface="Calibri" pitchFamily="34" charset="0"/>
              </a:defRPr>
            </a:lvl6pPr>
            <a:lvl7pPr marL="2971800" indent="-228600" eaLnBrk="0" fontAlgn="base" hangingPunct="0">
              <a:spcBef>
                <a:spcPct val="20000"/>
              </a:spcBef>
              <a:spcAft>
                <a:spcPct val="0"/>
              </a:spcAft>
              <a:buFont typeface="Arial" charset="0"/>
              <a:buChar char="»"/>
              <a:defRPr sz="2000">
                <a:solidFill>
                  <a:sysClr val="windowText" lastClr="000000"/>
                </a:solidFill>
                <a:latin typeface="微软雅黑" pitchFamily="34" charset="-122"/>
                <a:ea typeface="微软雅黑" pitchFamily="34" charset="-122"/>
                <a:sym typeface="Calibri" pitchFamily="34" charset="0"/>
              </a:defRPr>
            </a:lvl7pPr>
            <a:lvl8pPr marL="3429000" indent="-228600" eaLnBrk="0" fontAlgn="base" hangingPunct="0">
              <a:spcBef>
                <a:spcPct val="20000"/>
              </a:spcBef>
              <a:spcAft>
                <a:spcPct val="0"/>
              </a:spcAft>
              <a:buFont typeface="Arial" charset="0"/>
              <a:buChar char="»"/>
              <a:defRPr sz="2000">
                <a:solidFill>
                  <a:sysClr val="windowText" lastClr="000000"/>
                </a:solidFill>
                <a:latin typeface="微软雅黑" pitchFamily="34" charset="-122"/>
                <a:ea typeface="微软雅黑" pitchFamily="34" charset="-122"/>
                <a:sym typeface="Calibri" pitchFamily="34" charset="0"/>
              </a:defRPr>
            </a:lvl8pPr>
            <a:lvl9pPr marL="3886200" indent="-228600" eaLnBrk="0" fontAlgn="base" hangingPunct="0">
              <a:spcBef>
                <a:spcPct val="20000"/>
              </a:spcBef>
              <a:spcAft>
                <a:spcPct val="0"/>
              </a:spcAft>
              <a:buFont typeface="Arial" charset="0"/>
              <a:buChar char="»"/>
              <a:defRPr sz="2000">
                <a:solidFill>
                  <a:sysClr val="windowText" lastClr="000000"/>
                </a:solidFill>
                <a:latin typeface="微软雅黑" pitchFamily="34" charset="-122"/>
                <a:ea typeface="微软雅黑" pitchFamily="34" charset="-122"/>
                <a:sym typeface="Calibri" pitchFamily="34" charset="0"/>
              </a:defRPr>
            </a:lvl9pPr>
          </a:lstStyle>
          <a:p>
            <a:pPr>
              <a:lnSpc>
                <a:spcPct val="200000"/>
              </a:lnSpc>
              <a:buNone/>
            </a:pPr>
            <a:r>
              <a:rPr lang="zh-CN" altLang="en-US" sz="1200">
                <a:solidFill>
                  <a:srgbClr val="314865"/>
                </a:solidFill>
                <a:latin typeface="Arial"/>
                <a:ea typeface="微软雅黑"/>
                <a:sym typeface="Arial"/>
              </a:rPr>
              <a:t>在国内外电商事业蓬勃发展的浪潮下，人们越来越依赖互联网来解决日常生活所需。网络购物，网络社交等日常生活和网络相结合的例子已经数不胜数。本文通过总结现有各大电商平台的利弊，提出了商城加社交的模式，强调了社交在形成良好和稳固的交易中的作用，并结合商城加社交的系统需求设计和实现了该商城系统。</a:t>
            </a:r>
            <a:endParaRPr lang="zh-CN" altLang="en-US" sz="1200" dirty="0">
              <a:solidFill>
                <a:srgbClr val="314865"/>
              </a:solidFill>
              <a:latin typeface="Arial"/>
              <a:ea typeface="微软雅黑"/>
              <a:sym typeface="Arial"/>
            </a:endParaRPr>
          </a:p>
        </p:txBody>
      </p:sp>
      <p:grpSp>
        <p:nvGrpSpPr>
          <p:cNvPr id="6" name="组合 5">
            <a:extLst>
              <a:ext uri="{FF2B5EF4-FFF2-40B4-BE49-F238E27FC236}">
                <a16:creationId xmlns:a16="http://schemas.microsoft.com/office/drawing/2014/main" id="{0BA7B217-D3E3-4A48-9765-4785921F83A6}"/>
              </a:ext>
            </a:extLst>
          </p:cNvPr>
          <p:cNvGrpSpPr/>
          <p:nvPr/>
        </p:nvGrpSpPr>
        <p:grpSpPr>
          <a:xfrm>
            <a:off x="164616" y="178180"/>
            <a:ext cx="2804616" cy="368580"/>
            <a:chOff x="164616" y="178180"/>
            <a:chExt cx="2804616" cy="368580"/>
          </a:xfrm>
        </p:grpSpPr>
        <p:cxnSp>
          <p:nvCxnSpPr>
            <p:cNvPr id="56" name="直接连接符 55">
              <a:extLst>
                <a:ext uri="{FF2B5EF4-FFF2-40B4-BE49-F238E27FC236}">
                  <a16:creationId xmlns:a16="http://schemas.microsoft.com/office/drawing/2014/main" id="{16B3BA05-A024-4573-8E97-55C633AF03CA}"/>
                </a:ext>
              </a:extLst>
            </p:cNvPr>
            <p:cNvCxnSpPr>
              <a:cxnSpLocks/>
            </p:cNvCxnSpPr>
            <p:nvPr/>
          </p:nvCxnSpPr>
          <p:spPr>
            <a:xfrm flipV="1">
              <a:off x="164616" y="535956"/>
              <a:ext cx="2804616" cy="10804"/>
            </a:xfrm>
            <a:prstGeom prst="line">
              <a:avLst/>
            </a:prstGeom>
            <a:ln>
              <a:solidFill>
                <a:srgbClr val="314865"/>
              </a:solidFill>
            </a:ln>
          </p:spPr>
          <p:style>
            <a:lnRef idx="1">
              <a:schemeClr val="accent1"/>
            </a:lnRef>
            <a:fillRef idx="0">
              <a:schemeClr val="accent1"/>
            </a:fillRef>
            <a:effectRef idx="0">
              <a:schemeClr val="accent1"/>
            </a:effectRef>
            <a:fontRef idx="minor">
              <a:schemeClr val="tx1"/>
            </a:fontRef>
          </p:style>
        </p:cxnSp>
        <p:sp>
          <p:nvSpPr>
            <p:cNvPr id="57" name="文本框 56">
              <a:extLst>
                <a:ext uri="{FF2B5EF4-FFF2-40B4-BE49-F238E27FC236}">
                  <a16:creationId xmlns:a16="http://schemas.microsoft.com/office/drawing/2014/main" id="{ABD411C2-117A-4477-A141-79FA8B3A7227}"/>
                </a:ext>
              </a:extLst>
            </p:cNvPr>
            <p:cNvSpPr txBox="1"/>
            <p:nvPr/>
          </p:nvSpPr>
          <p:spPr>
            <a:xfrm>
              <a:off x="534486" y="178180"/>
              <a:ext cx="2434746" cy="338554"/>
            </a:xfrm>
            <a:prstGeom prst="rect">
              <a:avLst/>
            </a:prstGeom>
            <a:noFill/>
          </p:spPr>
          <p:txBody>
            <a:bodyPr wrap="square" rtlCol="0">
              <a:spAutoFit/>
            </a:bodyPr>
            <a:lstStyle/>
            <a:p>
              <a:pPr algn="ctr"/>
              <a:r>
                <a:rPr lang="zh-CN" altLang="en-US" sz="1600" b="1" dirty="0">
                  <a:solidFill>
                    <a:srgbClr val="314865"/>
                  </a:solidFill>
                  <a:effectLst>
                    <a:innerShdw blurRad="63500" dist="50800" dir="13500000">
                      <a:prstClr val="black">
                        <a:alpha val="50000"/>
                      </a:prstClr>
                    </a:innerShdw>
                  </a:effectLst>
                  <a:latin typeface="Arial"/>
                  <a:ea typeface="微软雅黑"/>
                  <a:sym typeface="Arial"/>
                </a:rPr>
                <a:t>相关技术</a:t>
              </a:r>
            </a:p>
          </p:txBody>
        </p:sp>
        <p:sp>
          <p:nvSpPr>
            <p:cNvPr id="4" name="矩形 3">
              <a:extLst>
                <a:ext uri="{FF2B5EF4-FFF2-40B4-BE49-F238E27FC236}">
                  <a16:creationId xmlns:a16="http://schemas.microsoft.com/office/drawing/2014/main" id="{1CBD1EF4-397F-4BEE-9884-50E8FD7CCFB5}"/>
                </a:ext>
              </a:extLst>
            </p:cNvPr>
            <p:cNvSpPr/>
            <p:nvPr/>
          </p:nvSpPr>
          <p:spPr>
            <a:xfrm>
              <a:off x="164616" y="178180"/>
              <a:ext cx="47829" cy="284416"/>
            </a:xfrm>
            <a:prstGeom prst="rect">
              <a:avLst/>
            </a:prstGeom>
            <a:solidFill>
              <a:srgbClr val="314865"/>
            </a:solidFill>
            <a:ln>
              <a:solidFill>
                <a:srgbClr val="3148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
          <p:nvSpPr>
            <p:cNvPr id="59" name="矩形 58">
              <a:extLst>
                <a:ext uri="{FF2B5EF4-FFF2-40B4-BE49-F238E27FC236}">
                  <a16:creationId xmlns:a16="http://schemas.microsoft.com/office/drawing/2014/main" id="{01529494-2998-4BCD-AC7E-28BDEAE7956A}"/>
                </a:ext>
              </a:extLst>
            </p:cNvPr>
            <p:cNvSpPr/>
            <p:nvPr/>
          </p:nvSpPr>
          <p:spPr>
            <a:xfrm>
              <a:off x="275779" y="252586"/>
              <a:ext cx="47828" cy="210010"/>
            </a:xfrm>
            <a:prstGeom prst="rect">
              <a:avLst/>
            </a:prstGeom>
            <a:solidFill>
              <a:srgbClr val="314865"/>
            </a:solidFill>
            <a:ln>
              <a:solidFill>
                <a:srgbClr val="3148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
          <p:nvSpPr>
            <p:cNvPr id="60" name="矩形 59">
              <a:extLst>
                <a:ext uri="{FF2B5EF4-FFF2-40B4-BE49-F238E27FC236}">
                  <a16:creationId xmlns:a16="http://schemas.microsoft.com/office/drawing/2014/main" id="{D6FA5799-1259-4DAB-B0C6-F3A0FBB8122B}"/>
                </a:ext>
              </a:extLst>
            </p:cNvPr>
            <p:cNvSpPr/>
            <p:nvPr/>
          </p:nvSpPr>
          <p:spPr>
            <a:xfrm flipH="1">
              <a:off x="377808" y="320388"/>
              <a:ext cx="47827" cy="142208"/>
            </a:xfrm>
            <a:prstGeom prst="rect">
              <a:avLst/>
            </a:prstGeom>
            <a:solidFill>
              <a:srgbClr val="314865"/>
            </a:solidFill>
            <a:ln>
              <a:solidFill>
                <a:srgbClr val="3148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grpSp>
      <p:pic>
        <p:nvPicPr>
          <p:cNvPr id="3" name="图片 2">
            <a:extLst>
              <a:ext uri="{FF2B5EF4-FFF2-40B4-BE49-F238E27FC236}">
                <a16:creationId xmlns:a16="http://schemas.microsoft.com/office/drawing/2014/main" id="{468DCD8F-C1B8-FB09-879D-5CBD19DD0126}"/>
              </a:ext>
            </a:extLst>
          </p:cNvPr>
          <p:cNvPicPr>
            <a:picLocks noChangeAspect="1"/>
          </p:cNvPicPr>
          <p:nvPr/>
        </p:nvPicPr>
        <p:blipFill rotWithShape="1">
          <a:blip r:embed="rId3"/>
          <a:srcRect l="5401" r="6963"/>
          <a:stretch/>
        </p:blipFill>
        <p:spPr>
          <a:xfrm>
            <a:off x="1655546" y="626820"/>
            <a:ext cx="8499108" cy="3930861"/>
          </a:xfrm>
          <a:prstGeom prst="rect">
            <a:avLst/>
          </a:prstGeom>
        </p:spPr>
      </p:pic>
    </p:spTree>
    <p:extLst>
      <p:ext uri="{BB962C8B-B14F-4D97-AF65-F5344CB8AC3E}">
        <p14:creationId xmlns:p14="http://schemas.microsoft.com/office/powerpoint/2010/main" val="72215434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53">
                                            <p:txEl>
                                              <p:pRg st="0" end="0"/>
                                            </p:txEl>
                                          </p:spTgt>
                                        </p:tgtEl>
                                        <p:attrNameLst>
                                          <p:attrName>style.visibility</p:attrName>
                                        </p:attrNameLst>
                                      </p:cBhvr>
                                      <p:to>
                                        <p:strVal val="visible"/>
                                      </p:to>
                                    </p:set>
                                    <p:anim calcmode="lin" valueType="num">
                                      <p:cBhvr additive="base">
                                        <p:cTn id="7" dur="500" fill="hold"/>
                                        <p:tgtEl>
                                          <p:spTgt spid="53">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53">
                                            <p:txEl>
                                              <p:pRg st="0" end="0"/>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nodeType="afterEffect">
                                  <p:stCondLst>
                                    <p:cond delay="0"/>
                                  </p:stCondLst>
                                  <p:childTnLst>
                                    <p:set>
                                      <p:cBhvr>
                                        <p:cTn id="11" dur="1" fill="hold">
                                          <p:stCondLst>
                                            <p:cond delay="0"/>
                                          </p:stCondLst>
                                        </p:cTn>
                                        <p:tgtEl>
                                          <p:spTgt spid="54"/>
                                        </p:tgtEl>
                                        <p:attrNameLst>
                                          <p:attrName>style.visibility</p:attrName>
                                        </p:attrNameLst>
                                      </p:cBhvr>
                                      <p:to>
                                        <p:strVal val="visible"/>
                                      </p:to>
                                    </p:set>
                                    <p:anim calcmode="lin" valueType="num">
                                      <p:cBhvr additive="base">
                                        <p:cTn id="12" dur="500" fill="hold"/>
                                        <p:tgtEl>
                                          <p:spTgt spid="54"/>
                                        </p:tgtEl>
                                        <p:attrNameLst>
                                          <p:attrName>ppt_x</p:attrName>
                                        </p:attrNameLst>
                                      </p:cBhvr>
                                      <p:tavLst>
                                        <p:tav tm="0">
                                          <p:val>
                                            <p:strVal val="0-#ppt_w/2"/>
                                          </p:val>
                                        </p:tav>
                                        <p:tav tm="100000">
                                          <p:val>
                                            <p:strVal val="#ppt_x"/>
                                          </p:val>
                                        </p:tav>
                                      </p:tavLst>
                                    </p:anim>
                                    <p:anim calcmode="lin" valueType="num">
                                      <p:cBhvr additive="base">
                                        <p:cTn id="13" dur="500" fill="hold"/>
                                        <p:tgtEl>
                                          <p:spTgt spid="54"/>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2" presetClass="entr" presetSubtype="2" fill="hold" grpId="0" nodeType="afterEffect">
                                  <p:stCondLst>
                                    <p:cond delay="0"/>
                                  </p:stCondLst>
                                  <p:childTnLst>
                                    <p:set>
                                      <p:cBhvr>
                                        <p:cTn id="16" dur="1" fill="hold">
                                          <p:stCondLst>
                                            <p:cond delay="0"/>
                                          </p:stCondLst>
                                        </p:cTn>
                                        <p:tgtEl>
                                          <p:spTgt spid="55"/>
                                        </p:tgtEl>
                                        <p:attrNameLst>
                                          <p:attrName>style.visibility</p:attrName>
                                        </p:attrNameLst>
                                      </p:cBhvr>
                                      <p:to>
                                        <p:strVal val="visible"/>
                                      </p:to>
                                    </p:set>
                                    <p:animEffect transition="in" filter="wipe(right)">
                                      <p:cBhvr>
                                        <p:cTn id="17"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build="p"/>
      <p:bldP spid="5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文本框 194">
            <a:extLst>
              <a:ext uri="{FF2B5EF4-FFF2-40B4-BE49-F238E27FC236}">
                <a16:creationId xmlns:a16="http://schemas.microsoft.com/office/drawing/2014/main" id="{AFD50090-A2F5-4818-9619-9BDB4C7F944E}"/>
              </a:ext>
            </a:extLst>
          </p:cNvPr>
          <p:cNvSpPr txBox="1"/>
          <p:nvPr/>
        </p:nvSpPr>
        <p:spPr>
          <a:xfrm>
            <a:off x="6504994" y="1843129"/>
            <a:ext cx="2349602" cy="400110"/>
          </a:xfrm>
          <a:prstGeom prst="rect">
            <a:avLst/>
          </a:prstGeom>
          <a:noFill/>
        </p:spPr>
        <p:txBody>
          <a:bodyPr wrap="square" rtlCol="0">
            <a:spAutoFit/>
          </a:bodyPr>
          <a:lstStyle/>
          <a:p>
            <a:r>
              <a:rPr lang="en-US" altLang="zh-CN" sz="2000" b="1">
                <a:solidFill>
                  <a:srgbClr val="314865"/>
                </a:solidFill>
                <a:latin typeface="Arial"/>
                <a:sym typeface="Arial"/>
              </a:rPr>
              <a:t>Spring Boot</a:t>
            </a:r>
            <a:endParaRPr lang="zh-CN" altLang="en-US" sz="2000" b="1" dirty="0">
              <a:solidFill>
                <a:srgbClr val="314865"/>
              </a:solidFill>
              <a:latin typeface="Arial"/>
              <a:ea typeface="微软雅黑"/>
              <a:sym typeface="Arial"/>
            </a:endParaRPr>
          </a:p>
        </p:txBody>
      </p:sp>
      <p:cxnSp>
        <p:nvCxnSpPr>
          <p:cNvPr id="45" name="直接连接符 44">
            <a:extLst>
              <a:ext uri="{FF2B5EF4-FFF2-40B4-BE49-F238E27FC236}">
                <a16:creationId xmlns:a16="http://schemas.microsoft.com/office/drawing/2014/main" id="{7173F4DB-65C3-4DC3-AB61-FBE6A94341A0}"/>
              </a:ext>
            </a:extLst>
          </p:cNvPr>
          <p:cNvCxnSpPr>
            <a:cxnSpLocks/>
          </p:cNvCxnSpPr>
          <p:nvPr/>
        </p:nvCxnSpPr>
        <p:spPr>
          <a:xfrm>
            <a:off x="6504994" y="2195858"/>
            <a:ext cx="3141289" cy="1"/>
          </a:xfrm>
          <a:prstGeom prst="line">
            <a:avLst/>
          </a:prstGeom>
          <a:ln w="19050">
            <a:solidFill>
              <a:srgbClr val="314865"/>
            </a:solidFill>
          </a:ln>
        </p:spPr>
        <p:style>
          <a:lnRef idx="1">
            <a:schemeClr val="accent1"/>
          </a:lnRef>
          <a:fillRef idx="0">
            <a:schemeClr val="accent1"/>
          </a:fillRef>
          <a:effectRef idx="0">
            <a:schemeClr val="accent1"/>
          </a:effectRef>
          <a:fontRef idx="minor">
            <a:schemeClr val="tx1"/>
          </a:fontRef>
        </p:style>
      </p:cxnSp>
      <p:sp>
        <p:nvSpPr>
          <p:cNvPr id="46" name="文本框 107">
            <a:extLst>
              <a:ext uri="{FF2B5EF4-FFF2-40B4-BE49-F238E27FC236}">
                <a16:creationId xmlns:a16="http://schemas.microsoft.com/office/drawing/2014/main" id="{D466277C-A4C3-4295-8DE2-922B2241BD45}"/>
              </a:ext>
            </a:extLst>
          </p:cNvPr>
          <p:cNvSpPr txBox="1"/>
          <p:nvPr/>
        </p:nvSpPr>
        <p:spPr>
          <a:xfrm>
            <a:off x="6465974" y="2043184"/>
            <a:ext cx="4250169" cy="3474028"/>
          </a:xfrm>
          <a:prstGeom prst="rect">
            <a:avLst/>
          </a:prstGeom>
          <a:noFill/>
        </p:spPr>
        <p:txBody>
          <a:bodyPr wrap="square" rtlCol="0">
            <a:spAutoFit/>
          </a:bodyPr>
          <a:lstStyle/>
          <a:p>
            <a:pPr algn="just">
              <a:lnSpc>
                <a:spcPct val="200000"/>
              </a:lnSpc>
            </a:pPr>
            <a:r>
              <a:rPr lang="en-US" altLang="zh-CN" sz="1400">
                <a:solidFill>
                  <a:schemeClr val="bg2">
                    <a:lumMod val="50000"/>
                  </a:schemeClr>
                </a:solidFill>
                <a:latin typeface="Arial"/>
                <a:sym typeface="Arial"/>
              </a:rPr>
              <a:t>Spring Boot</a:t>
            </a:r>
            <a:r>
              <a:rPr lang="zh-CN" altLang="en-US" sz="1400">
                <a:solidFill>
                  <a:schemeClr val="bg2">
                    <a:lumMod val="50000"/>
                  </a:schemeClr>
                </a:solidFill>
                <a:latin typeface="Arial"/>
                <a:sym typeface="Arial"/>
              </a:rPr>
              <a:t>是一种基于</a:t>
            </a:r>
            <a:r>
              <a:rPr lang="en-US" altLang="zh-CN" sz="1400">
                <a:solidFill>
                  <a:schemeClr val="bg2">
                    <a:lumMod val="50000"/>
                  </a:schemeClr>
                </a:solidFill>
                <a:latin typeface="Arial"/>
                <a:sym typeface="Arial"/>
              </a:rPr>
              <a:t>Spring</a:t>
            </a:r>
            <a:r>
              <a:rPr lang="zh-CN" altLang="en-US" sz="1400">
                <a:solidFill>
                  <a:schemeClr val="bg2">
                    <a:lumMod val="50000"/>
                  </a:schemeClr>
                </a:solidFill>
                <a:latin typeface="Arial"/>
                <a:sym typeface="Arial"/>
              </a:rPr>
              <a:t>框架的快速应用程序开发工具，它可以帮助开发人员更快地创建和部署应用程序。</a:t>
            </a:r>
            <a:r>
              <a:rPr lang="en-US" altLang="zh-CN" sz="1400">
                <a:solidFill>
                  <a:schemeClr val="bg2">
                    <a:lumMod val="50000"/>
                  </a:schemeClr>
                </a:solidFill>
                <a:latin typeface="Arial"/>
                <a:sym typeface="Arial"/>
              </a:rPr>
              <a:t>Spring Boot</a:t>
            </a:r>
            <a:r>
              <a:rPr lang="zh-CN" altLang="en-US" sz="1400">
                <a:solidFill>
                  <a:schemeClr val="bg2">
                    <a:lumMod val="50000"/>
                  </a:schemeClr>
                </a:solidFill>
                <a:latin typeface="Arial"/>
                <a:sym typeface="Arial"/>
              </a:rPr>
              <a:t>提供了许多默认配置和常用功能，使得开发人员可以更快地构建出高性能的应用程序，同时极大地提高了开发效率。</a:t>
            </a:r>
            <a:r>
              <a:rPr lang="en-US" altLang="zh-CN" sz="1400">
                <a:solidFill>
                  <a:schemeClr val="bg2">
                    <a:lumMod val="50000"/>
                  </a:schemeClr>
                </a:solidFill>
                <a:latin typeface="Arial"/>
                <a:sym typeface="Arial"/>
              </a:rPr>
              <a:t>Spring Boot</a:t>
            </a:r>
            <a:r>
              <a:rPr lang="zh-CN" altLang="en-US" sz="1400">
                <a:solidFill>
                  <a:schemeClr val="bg2">
                    <a:lumMod val="50000"/>
                  </a:schemeClr>
                </a:solidFill>
                <a:latin typeface="Arial"/>
                <a:sym typeface="Arial"/>
              </a:rPr>
              <a:t>还支持多种数据源、多种</a:t>
            </a:r>
            <a:r>
              <a:rPr lang="en-US" altLang="zh-CN" sz="1400">
                <a:solidFill>
                  <a:schemeClr val="bg2">
                    <a:lumMod val="50000"/>
                  </a:schemeClr>
                </a:solidFill>
                <a:latin typeface="Arial"/>
                <a:sym typeface="Arial"/>
              </a:rPr>
              <a:t>Web</a:t>
            </a:r>
            <a:r>
              <a:rPr lang="zh-CN" altLang="en-US" sz="1400">
                <a:solidFill>
                  <a:schemeClr val="bg2">
                    <a:lumMod val="50000"/>
                  </a:schemeClr>
                </a:solidFill>
                <a:latin typeface="Arial"/>
                <a:sym typeface="Arial"/>
              </a:rPr>
              <a:t>框架和多种消息传递机制，使得开发人员可以根据需要选择不同的组件来构建自己的应用程序。</a:t>
            </a:r>
            <a:endParaRPr lang="zh-CN" altLang="en-US" sz="1400" dirty="0">
              <a:solidFill>
                <a:schemeClr val="bg2">
                  <a:lumMod val="50000"/>
                </a:schemeClr>
              </a:solidFill>
              <a:latin typeface="Arial"/>
              <a:ea typeface="微软雅黑"/>
              <a:sym typeface="Arial"/>
            </a:endParaRPr>
          </a:p>
        </p:txBody>
      </p:sp>
      <p:sp>
        <p:nvSpPr>
          <p:cNvPr id="49" name="矩形 48">
            <a:extLst>
              <a:ext uri="{FF2B5EF4-FFF2-40B4-BE49-F238E27FC236}">
                <a16:creationId xmlns:a16="http://schemas.microsoft.com/office/drawing/2014/main" id="{0C1016EB-5C43-431C-9B31-94F63DF7C9AB}"/>
              </a:ext>
            </a:extLst>
          </p:cNvPr>
          <p:cNvSpPr/>
          <p:nvPr/>
        </p:nvSpPr>
        <p:spPr>
          <a:xfrm>
            <a:off x="11044718" y="1774182"/>
            <a:ext cx="1160595" cy="3743030"/>
          </a:xfrm>
          <a:prstGeom prst="rect">
            <a:avLst/>
          </a:prstGeom>
          <a:solidFill>
            <a:srgbClr val="314865"/>
          </a:solidFill>
          <a:ln w="25400">
            <a:solidFill>
              <a:srgbClr val="314865"/>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dirty="0">
              <a:solidFill>
                <a:prstClr val="white"/>
              </a:solidFill>
              <a:latin typeface="Arial"/>
              <a:ea typeface="微软雅黑"/>
              <a:sym typeface="Arial"/>
            </a:endParaRPr>
          </a:p>
        </p:txBody>
      </p:sp>
      <p:grpSp>
        <p:nvGrpSpPr>
          <p:cNvPr id="50" name="组合 49">
            <a:extLst>
              <a:ext uri="{FF2B5EF4-FFF2-40B4-BE49-F238E27FC236}">
                <a16:creationId xmlns:a16="http://schemas.microsoft.com/office/drawing/2014/main" id="{3EEBDB97-836A-4B37-8F02-E72936CA8677}"/>
              </a:ext>
            </a:extLst>
          </p:cNvPr>
          <p:cNvGrpSpPr/>
          <p:nvPr/>
        </p:nvGrpSpPr>
        <p:grpSpPr>
          <a:xfrm>
            <a:off x="164616" y="178180"/>
            <a:ext cx="2804616" cy="368580"/>
            <a:chOff x="164616" y="178180"/>
            <a:chExt cx="2804616" cy="368580"/>
          </a:xfrm>
        </p:grpSpPr>
        <p:cxnSp>
          <p:nvCxnSpPr>
            <p:cNvPr id="51" name="直接连接符 50">
              <a:extLst>
                <a:ext uri="{FF2B5EF4-FFF2-40B4-BE49-F238E27FC236}">
                  <a16:creationId xmlns:a16="http://schemas.microsoft.com/office/drawing/2014/main" id="{DD5E424E-1073-4845-B7CF-B1AB2CF7A0C9}"/>
                </a:ext>
              </a:extLst>
            </p:cNvPr>
            <p:cNvCxnSpPr>
              <a:cxnSpLocks/>
            </p:cNvCxnSpPr>
            <p:nvPr/>
          </p:nvCxnSpPr>
          <p:spPr>
            <a:xfrm flipV="1">
              <a:off x="164616" y="535956"/>
              <a:ext cx="2804616" cy="10804"/>
            </a:xfrm>
            <a:prstGeom prst="line">
              <a:avLst/>
            </a:prstGeom>
            <a:ln>
              <a:solidFill>
                <a:srgbClr val="314865"/>
              </a:solidFill>
            </a:ln>
          </p:spPr>
          <p:style>
            <a:lnRef idx="1">
              <a:schemeClr val="accent1"/>
            </a:lnRef>
            <a:fillRef idx="0">
              <a:schemeClr val="accent1"/>
            </a:fillRef>
            <a:effectRef idx="0">
              <a:schemeClr val="accent1"/>
            </a:effectRef>
            <a:fontRef idx="minor">
              <a:schemeClr val="tx1"/>
            </a:fontRef>
          </p:style>
        </p:cxnSp>
        <p:sp>
          <p:nvSpPr>
            <p:cNvPr id="52" name="文本框 51">
              <a:extLst>
                <a:ext uri="{FF2B5EF4-FFF2-40B4-BE49-F238E27FC236}">
                  <a16:creationId xmlns:a16="http://schemas.microsoft.com/office/drawing/2014/main" id="{AB24EBBE-A32A-4EAF-BFB1-E646BD7F4538}"/>
                </a:ext>
              </a:extLst>
            </p:cNvPr>
            <p:cNvSpPr txBox="1"/>
            <p:nvPr/>
          </p:nvSpPr>
          <p:spPr>
            <a:xfrm>
              <a:off x="534486" y="178180"/>
              <a:ext cx="2434746" cy="338554"/>
            </a:xfrm>
            <a:prstGeom prst="rect">
              <a:avLst/>
            </a:prstGeom>
            <a:noFill/>
          </p:spPr>
          <p:txBody>
            <a:bodyPr wrap="square" rtlCol="0">
              <a:spAutoFit/>
            </a:bodyPr>
            <a:lstStyle/>
            <a:p>
              <a:pPr algn="ctr"/>
              <a:r>
                <a:rPr lang="zh-CN" altLang="en-US" sz="1600" b="1" dirty="0">
                  <a:solidFill>
                    <a:srgbClr val="314865"/>
                  </a:solidFill>
                  <a:effectLst>
                    <a:innerShdw blurRad="63500" dist="50800" dir="13500000">
                      <a:prstClr val="black">
                        <a:alpha val="50000"/>
                      </a:prstClr>
                    </a:innerShdw>
                  </a:effectLst>
                  <a:latin typeface="Arial"/>
                  <a:ea typeface="微软雅黑"/>
                  <a:sym typeface="Arial"/>
                </a:rPr>
                <a:t>相关技术</a:t>
              </a:r>
            </a:p>
          </p:txBody>
        </p:sp>
        <p:sp>
          <p:nvSpPr>
            <p:cNvPr id="53" name="矩形 52">
              <a:extLst>
                <a:ext uri="{FF2B5EF4-FFF2-40B4-BE49-F238E27FC236}">
                  <a16:creationId xmlns:a16="http://schemas.microsoft.com/office/drawing/2014/main" id="{ABCCAAA6-7342-44A2-89BD-4B71288C3D54}"/>
                </a:ext>
              </a:extLst>
            </p:cNvPr>
            <p:cNvSpPr/>
            <p:nvPr/>
          </p:nvSpPr>
          <p:spPr>
            <a:xfrm>
              <a:off x="164616" y="178180"/>
              <a:ext cx="47829" cy="284416"/>
            </a:xfrm>
            <a:prstGeom prst="rect">
              <a:avLst/>
            </a:prstGeom>
            <a:solidFill>
              <a:srgbClr val="314865"/>
            </a:solidFill>
            <a:ln>
              <a:solidFill>
                <a:srgbClr val="3148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
          <p:nvSpPr>
            <p:cNvPr id="54" name="矩形 53">
              <a:extLst>
                <a:ext uri="{FF2B5EF4-FFF2-40B4-BE49-F238E27FC236}">
                  <a16:creationId xmlns:a16="http://schemas.microsoft.com/office/drawing/2014/main" id="{21D89178-BEC5-41E8-AEE1-748EE313FF8D}"/>
                </a:ext>
              </a:extLst>
            </p:cNvPr>
            <p:cNvSpPr/>
            <p:nvPr/>
          </p:nvSpPr>
          <p:spPr>
            <a:xfrm>
              <a:off x="275779" y="252586"/>
              <a:ext cx="47828" cy="210010"/>
            </a:xfrm>
            <a:prstGeom prst="rect">
              <a:avLst/>
            </a:prstGeom>
            <a:solidFill>
              <a:srgbClr val="314865"/>
            </a:solidFill>
            <a:ln>
              <a:solidFill>
                <a:srgbClr val="3148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
          <p:nvSpPr>
            <p:cNvPr id="55" name="矩形 54">
              <a:extLst>
                <a:ext uri="{FF2B5EF4-FFF2-40B4-BE49-F238E27FC236}">
                  <a16:creationId xmlns:a16="http://schemas.microsoft.com/office/drawing/2014/main" id="{1C4AA9AE-EDBE-4BD6-A521-B87368347378}"/>
                </a:ext>
              </a:extLst>
            </p:cNvPr>
            <p:cNvSpPr/>
            <p:nvPr/>
          </p:nvSpPr>
          <p:spPr>
            <a:xfrm flipH="1">
              <a:off x="377808" y="320388"/>
              <a:ext cx="47827" cy="142208"/>
            </a:xfrm>
            <a:prstGeom prst="rect">
              <a:avLst/>
            </a:prstGeom>
            <a:solidFill>
              <a:srgbClr val="314865"/>
            </a:solidFill>
            <a:ln>
              <a:solidFill>
                <a:srgbClr val="3148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grpSp>
      <p:pic>
        <p:nvPicPr>
          <p:cNvPr id="2" name="图片 1">
            <a:extLst>
              <a:ext uri="{FF2B5EF4-FFF2-40B4-BE49-F238E27FC236}">
                <a16:creationId xmlns:a16="http://schemas.microsoft.com/office/drawing/2014/main" id="{538C067E-7651-1255-2DD0-B55356EEC3BF}"/>
              </a:ext>
            </a:extLst>
          </p:cNvPr>
          <p:cNvPicPr>
            <a:picLocks noChangeAspect="1"/>
          </p:cNvPicPr>
          <p:nvPr/>
        </p:nvPicPr>
        <p:blipFill>
          <a:blip r:embed="rId3"/>
          <a:stretch>
            <a:fillRect/>
          </a:stretch>
        </p:blipFill>
        <p:spPr>
          <a:xfrm>
            <a:off x="212436" y="1878224"/>
            <a:ext cx="6253538" cy="3638988"/>
          </a:xfrm>
          <a:prstGeom prst="rect">
            <a:avLst/>
          </a:prstGeom>
        </p:spPr>
      </p:pic>
    </p:spTree>
    <p:extLst>
      <p:ext uri="{BB962C8B-B14F-4D97-AF65-F5344CB8AC3E}">
        <p14:creationId xmlns:p14="http://schemas.microsoft.com/office/powerpoint/2010/main" val="306516152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wipe(left)">
                                      <p:cBhvr>
                                        <p:cTn id="7" dur="500"/>
                                        <p:tgtEl>
                                          <p:spTgt spid="44"/>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45"/>
                                        </p:tgtEl>
                                        <p:attrNameLst>
                                          <p:attrName>style.visibility</p:attrName>
                                        </p:attrNameLst>
                                      </p:cBhvr>
                                      <p:to>
                                        <p:strVal val="visible"/>
                                      </p:to>
                                    </p:set>
                                    <p:animEffect transition="in" filter="wipe(left)">
                                      <p:cBhvr>
                                        <p:cTn id="11" dur="500"/>
                                        <p:tgtEl>
                                          <p:spTgt spid="45"/>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46"/>
                                        </p:tgtEl>
                                        <p:attrNameLst>
                                          <p:attrName>style.visibility</p:attrName>
                                        </p:attrNameLst>
                                      </p:cBhvr>
                                      <p:to>
                                        <p:strVal val="visible"/>
                                      </p:to>
                                    </p:set>
                                    <p:animEffect transition="in" filter="wipe(up)">
                                      <p:cBhvr>
                                        <p:cTn id="15" dur="500"/>
                                        <p:tgtEl>
                                          <p:spTgt spid="46"/>
                                        </p:tgtEl>
                                      </p:cBhvr>
                                    </p:animEffect>
                                  </p:childTnLst>
                                </p:cTn>
                              </p:par>
                            </p:childTnLst>
                          </p:cTn>
                        </p:par>
                        <p:par>
                          <p:cTn id="16" fill="hold">
                            <p:stCondLst>
                              <p:cond delay="1500"/>
                            </p:stCondLst>
                            <p:childTnLst>
                              <p:par>
                                <p:cTn id="17" presetID="14" presetClass="entr" presetSubtype="10" fill="hold" grpId="0" nodeType="afterEffect">
                                  <p:stCondLst>
                                    <p:cond delay="0"/>
                                  </p:stCondLst>
                                  <p:childTnLst>
                                    <p:set>
                                      <p:cBhvr>
                                        <p:cTn id="18" dur="1" fill="hold">
                                          <p:stCondLst>
                                            <p:cond delay="0"/>
                                          </p:stCondLst>
                                        </p:cTn>
                                        <p:tgtEl>
                                          <p:spTgt spid="49"/>
                                        </p:tgtEl>
                                        <p:attrNameLst>
                                          <p:attrName>style.visibility</p:attrName>
                                        </p:attrNameLst>
                                      </p:cBhvr>
                                      <p:to>
                                        <p:strVal val="visible"/>
                                      </p:to>
                                    </p:set>
                                    <p:animEffect transition="in" filter="randombar(horizontal)">
                                      <p:cBhvr>
                                        <p:cTn id="19"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P spid="46" grpId="0"/>
      <p:bldP spid="4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5" name="组合 104">
            <a:extLst>
              <a:ext uri="{FF2B5EF4-FFF2-40B4-BE49-F238E27FC236}">
                <a16:creationId xmlns:a16="http://schemas.microsoft.com/office/drawing/2014/main" id="{B4DB6811-E8E2-4A97-89D9-2C9F0BC23569}"/>
              </a:ext>
            </a:extLst>
          </p:cNvPr>
          <p:cNvGrpSpPr/>
          <p:nvPr/>
        </p:nvGrpSpPr>
        <p:grpSpPr>
          <a:xfrm>
            <a:off x="1581150" y="1901680"/>
            <a:ext cx="1858963" cy="3902354"/>
            <a:chOff x="1581150" y="1901680"/>
            <a:chExt cx="1858963" cy="2665559"/>
          </a:xfrm>
        </p:grpSpPr>
        <p:sp>
          <p:nvSpPr>
            <p:cNvPr id="106" name="Freeform 32">
              <a:extLst>
                <a:ext uri="{FF2B5EF4-FFF2-40B4-BE49-F238E27FC236}">
                  <a16:creationId xmlns:a16="http://schemas.microsoft.com/office/drawing/2014/main" id="{E33F5E4B-1708-461A-B368-522F5643C879}"/>
                </a:ext>
              </a:extLst>
            </p:cNvPr>
            <p:cNvSpPr>
              <a:spLocks noEditPoints="1"/>
            </p:cNvSpPr>
            <p:nvPr/>
          </p:nvSpPr>
          <p:spPr bwMode="auto">
            <a:xfrm>
              <a:off x="1581150" y="2713039"/>
              <a:ext cx="1858963" cy="1854200"/>
            </a:xfrm>
            <a:custGeom>
              <a:avLst/>
              <a:gdLst>
                <a:gd name="T0" fmla="*/ 679 w 864"/>
                <a:gd name="T1" fmla="*/ 48 h 864"/>
                <a:gd name="T2" fmla="*/ 816 w 864"/>
                <a:gd name="T3" fmla="*/ 185 h 864"/>
                <a:gd name="T4" fmla="*/ 816 w 864"/>
                <a:gd name="T5" fmla="*/ 680 h 864"/>
                <a:gd name="T6" fmla="*/ 679 w 864"/>
                <a:gd name="T7" fmla="*/ 816 h 864"/>
                <a:gd name="T8" fmla="*/ 185 w 864"/>
                <a:gd name="T9" fmla="*/ 816 h 864"/>
                <a:gd name="T10" fmla="*/ 48 w 864"/>
                <a:gd name="T11" fmla="*/ 680 h 864"/>
                <a:gd name="T12" fmla="*/ 48 w 864"/>
                <a:gd name="T13" fmla="*/ 185 h 864"/>
                <a:gd name="T14" fmla="*/ 185 w 864"/>
                <a:gd name="T15" fmla="*/ 48 h 864"/>
                <a:gd name="T16" fmla="*/ 679 w 864"/>
                <a:gd name="T17" fmla="*/ 48 h 864"/>
                <a:gd name="T18" fmla="*/ 679 w 864"/>
                <a:gd name="T19" fmla="*/ 0 h 864"/>
                <a:gd name="T20" fmla="*/ 185 w 864"/>
                <a:gd name="T21" fmla="*/ 0 h 864"/>
                <a:gd name="T22" fmla="*/ 0 w 864"/>
                <a:gd name="T23" fmla="*/ 185 h 864"/>
                <a:gd name="T24" fmla="*/ 0 w 864"/>
                <a:gd name="T25" fmla="*/ 680 h 864"/>
                <a:gd name="T26" fmla="*/ 185 w 864"/>
                <a:gd name="T27" fmla="*/ 864 h 864"/>
                <a:gd name="T28" fmla="*/ 679 w 864"/>
                <a:gd name="T29" fmla="*/ 864 h 864"/>
                <a:gd name="T30" fmla="*/ 864 w 864"/>
                <a:gd name="T31" fmla="*/ 680 h 864"/>
                <a:gd name="T32" fmla="*/ 864 w 864"/>
                <a:gd name="T33" fmla="*/ 185 h 864"/>
                <a:gd name="T34" fmla="*/ 679 w 864"/>
                <a:gd name="T35" fmla="*/ 0 h 8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864" h="864">
                  <a:moveTo>
                    <a:pt x="679" y="48"/>
                  </a:moveTo>
                  <a:cubicBezTo>
                    <a:pt x="755" y="48"/>
                    <a:pt x="816" y="110"/>
                    <a:pt x="816" y="185"/>
                  </a:cubicBezTo>
                  <a:cubicBezTo>
                    <a:pt x="816" y="680"/>
                    <a:pt x="816" y="680"/>
                    <a:pt x="816" y="680"/>
                  </a:cubicBezTo>
                  <a:cubicBezTo>
                    <a:pt x="816" y="755"/>
                    <a:pt x="755" y="816"/>
                    <a:pt x="679" y="816"/>
                  </a:cubicBezTo>
                  <a:cubicBezTo>
                    <a:pt x="185" y="816"/>
                    <a:pt x="185" y="816"/>
                    <a:pt x="185" y="816"/>
                  </a:cubicBezTo>
                  <a:cubicBezTo>
                    <a:pt x="109" y="816"/>
                    <a:pt x="48" y="755"/>
                    <a:pt x="48" y="680"/>
                  </a:cubicBezTo>
                  <a:cubicBezTo>
                    <a:pt x="48" y="185"/>
                    <a:pt x="48" y="185"/>
                    <a:pt x="48" y="185"/>
                  </a:cubicBezTo>
                  <a:cubicBezTo>
                    <a:pt x="48" y="110"/>
                    <a:pt x="109" y="48"/>
                    <a:pt x="185" y="48"/>
                  </a:cubicBezTo>
                  <a:cubicBezTo>
                    <a:pt x="679" y="48"/>
                    <a:pt x="679" y="48"/>
                    <a:pt x="679" y="48"/>
                  </a:cubicBezTo>
                  <a:close/>
                  <a:moveTo>
                    <a:pt x="679" y="0"/>
                  </a:moveTo>
                  <a:cubicBezTo>
                    <a:pt x="185" y="0"/>
                    <a:pt x="185" y="0"/>
                    <a:pt x="185" y="0"/>
                  </a:cubicBezTo>
                  <a:cubicBezTo>
                    <a:pt x="83" y="0"/>
                    <a:pt x="0" y="84"/>
                    <a:pt x="0" y="185"/>
                  </a:cubicBezTo>
                  <a:cubicBezTo>
                    <a:pt x="0" y="680"/>
                    <a:pt x="0" y="680"/>
                    <a:pt x="0" y="680"/>
                  </a:cubicBezTo>
                  <a:cubicBezTo>
                    <a:pt x="0" y="781"/>
                    <a:pt x="83" y="864"/>
                    <a:pt x="185" y="864"/>
                  </a:cubicBezTo>
                  <a:cubicBezTo>
                    <a:pt x="679" y="864"/>
                    <a:pt x="679" y="864"/>
                    <a:pt x="679" y="864"/>
                  </a:cubicBezTo>
                  <a:cubicBezTo>
                    <a:pt x="781" y="864"/>
                    <a:pt x="864" y="781"/>
                    <a:pt x="864" y="680"/>
                  </a:cubicBezTo>
                  <a:cubicBezTo>
                    <a:pt x="864" y="185"/>
                    <a:pt x="864" y="185"/>
                    <a:pt x="864" y="185"/>
                  </a:cubicBezTo>
                  <a:cubicBezTo>
                    <a:pt x="864" y="84"/>
                    <a:pt x="781" y="0"/>
                    <a:pt x="679" y="0"/>
                  </a:cubicBezTo>
                  <a:close/>
                </a:path>
              </a:pathLst>
            </a:custGeom>
            <a:solidFill>
              <a:srgbClr val="314865"/>
            </a:solidFill>
            <a:ln>
              <a:noFill/>
            </a:ln>
            <a:effectLst>
              <a:outerShdw blurRad="50800" dist="38100" dir="5400000" algn="t"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b="0">
                <a:solidFill>
                  <a:schemeClr val="bg2">
                    <a:lumMod val="50000"/>
                  </a:schemeClr>
                </a:solidFill>
                <a:latin typeface="Arial"/>
                <a:ea typeface="微软雅黑"/>
                <a:sym typeface="Arial"/>
              </a:endParaRPr>
            </a:p>
          </p:txBody>
        </p:sp>
        <p:sp>
          <p:nvSpPr>
            <p:cNvPr id="107" name="Freeform 33">
              <a:extLst>
                <a:ext uri="{FF2B5EF4-FFF2-40B4-BE49-F238E27FC236}">
                  <a16:creationId xmlns:a16="http://schemas.microsoft.com/office/drawing/2014/main" id="{2BBC6C4B-64BB-49AB-9366-6A3B372E989F}"/>
                </a:ext>
              </a:extLst>
            </p:cNvPr>
            <p:cNvSpPr>
              <a:spLocks/>
            </p:cNvSpPr>
            <p:nvPr/>
          </p:nvSpPr>
          <p:spPr bwMode="auto">
            <a:xfrm>
              <a:off x="1581150" y="1901680"/>
              <a:ext cx="1858963" cy="410445"/>
            </a:xfrm>
            <a:custGeom>
              <a:avLst/>
              <a:gdLst>
                <a:gd name="T0" fmla="*/ 787 w 864"/>
                <a:gd name="T1" fmla="*/ 288 h 288"/>
                <a:gd name="T2" fmla="*/ 77 w 864"/>
                <a:gd name="T3" fmla="*/ 288 h 288"/>
                <a:gd name="T4" fmla="*/ 0 w 864"/>
                <a:gd name="T5" fmla="*/ 211 h 288"/>
                <a:gd name="T6" fmla="*/ 0 w 864"/>
                <a:gd name="T7" fmla="*/ 77 h 288"/>
                <a:gd name="T8" fmla="*/ 77 w 864"/>
                <a:gd name="T9" fmla="*/ 0 h 288"/>
                <a:gd name="T10" fmla="*/ 787 w 864"/>
                <a:gd name="T11" fmla="*/ 0 h 288"/>
                <a:gd name="T12" fmla="*/ 864 w 864"/>
                <a:gd name="T13" fmla="*/ 77 h 288"/>
                <a:gd name="T14" fmla="*/ 864 w 864"/>
                <a:gd name="T15" fmla="*/ 211 h 288"/>
                <a:gd name="T16" fmla="*/ 787 w 864"/>
                <a:gd name="T17"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4" h="288">
                  <a:moveTo>
                    <a:pt x="787" y="288"/>
                  </a:moveTo>
                  <a:cubicBezTo>
                    <a:pt x="77" y="288"/>
                    <a:pt x="77" y="288"/>
                    <a:pt x="77" y="288"/>
                  </a:cubicBezTo>
                  <a:cubicBezTo>
                    <a:pt x="35" y="288"/>
                    <a:pt x="0" y="253"/>
                    <a:pt x="0" y="211"/>
                  </a:cubicBezTo>
                  <a:cubicBezTo>
                    <a:pt x="0" y="77"/>
                    <a:pt x="0" y="77"/>
                    <a:pt x="0" y="77"/>
                  </a:cubicBezTo>
                  <a:cubicBezTo>
                    <a:pt x="0" y="35"/>
                    <a:pt x="35" y="0"/>
                    <a:pt x="77" y="0"/>
                  </a:cubicBezTo>
                  <a:cubicBezTo>
                    <a:pt x="787" y="0"/>
                    <a:pt x="787" y="0"/>
                    <a:pt x="787" y="0"/>
                  </a:cubicBezTo>
                  <a:cubicBezTo>
                    <a:pt x="830" y="0"/>
                    <a:pt x="864" y="35"/>
                    <a:pt x="864" y="77"/>
                  </a:cubicBezTo>
                  <a:cubicBezTo>
                    <a:pt x="864" y="211"/>
                    <a:pt x="864" y="211"/>
                    <a:pt x="864" y="211"/>
                  </a:cubicBezTo>
                  <a:cubicBezTo>
                    <a:pt x="864" y="253"/>
                    <a:pt x="830" y="288"/>
                    <a:pt x="787" y="288"/>
                  </a:cubicBezTo>
                  <a:close/>
                </a:path>
              </a:pathLst>
            </a:custGeom>
            <a:solidFill>
              <a:srgbClr val="314865"/>
            </a:solidFill>
            <a:ln>
              <a:noFill/>
            </a:ln>
            <a:effectLst>
              <a:outerShdw blurRad="50800" dist="38100" dir="5400000" algn="t" rotWithShape="0">
                <a:prstClr val="black">
                  <a:alpha val="40000"/>
                </a:prstClr>
              </a:outerShdw>
            </a:effectLst>
          </p:spPr>
          <p:txBody>
            <a:bodyPr vert="horz" wrap="square" lIns="91440" tIns="45720" rIns="91440" bIns="45720" numCol="1" anchor="t" anchorCtr="0" compatLnSpc="1">
              <a:prstTxWarp prst="textNoShape">
                <a:avLst/>
              </a:prstTxWarp>
            </a:bodyPr>
            <a:lstStyle/>
            <a:p>
              <a:pPr algn="ctr"/>
              <a:r>
                <a:rPr lang="en-US" altLang="zh-CN" sz="2800" b="0">
                  <a:solidFill>
                    <a:schemeClr val="bg1"/>
                  </a:solidFill>
                  <a:latin typeface="Arial"/>
                  <a:ea typeface="微软雅黑"/>
                  <a:sym typeface="Arial"/>
                </a:rPr>
                <a:t>MySQL</a:t>
              </a:r>
              <a:endParaRPr lang="zh-CN" altLang="en-US" sz="2800" b="0">
                <a:solidFill>
                  <a:schemeClr val="bg1"/>
                </a:solidFill>
                <a:latin typeface="Arial"/>
                <a:ea typeface="微软雅黑"/>
                <a:sym typeface="Arial"/>
              </a:endParaRPr>
            </a:p>
          </p:txBody>
        </p:sp>
        <p:sp>
          <p:nvSpPr>
            <p:cNvPr id="108" name="Title 20">
              <a:extLst>
                <a:ext uri="{FF2B5EF4-FFF2-40B4-BE49-F238E27FC236}">
                  <a16:creationId xmlns:a16="http://schemas.microsoft.com/office/drawing/2014/main" id="{804996F8-BED1-46B9-B4C2-6F092EEA9035}"/>
                </a:ext>
              </a:extLst>
            </p:cNvPr>
            <p:cNvSpPr txBox="1">
              <a:spLocks/>
            </p:cNvSpPr>
            <p:nvPr/>
          </p:nvSpPr>
          <p:spPr bwMode="auto">
            <a:xfrm>
              <a:off x="1822012" y="3011485"/>
              <a:ext cx="1374065" cy="1397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0" rIns="0" bIns="0" anchor="ctr">
              <a:spAutoFit/>
            </a:bodyPr>
            <a:lstStyle>
              <a:lvl1pPr defTabSz="457200">
                <a:defRPr sz="4300">
                  <a:solidFill>
                    <a:schemeClr val="tx1"/>
                  </a:solidFill>
                  <a:latin typeface="Calibri" panose="020F0502020204030204" pitchFamily="34" charset="0"/>
                  <a:ea typeface="MS PGothic" panose="020B0600070205080204" pitchFamily="34" charset="-128"/>
                </a:defRPr>
              </a:lvl1pPr>
              <a:lvl2pPr marL="742950" indent="-285750" defTabSz="457200">
                <a:defRPr sz="4300">
                  <a:solidFill>
                    <a:schemeClr val="tx1"/>
                  </a:solidFill>
                  <a:latin typeface="Calibri" panose="020F0502020204030204" pitchFamily="34" charset="0"/>
                  <a:ea typeface="MS PGothic" panose="020B0600070205080204" pitchFamily="34" charset="-128"/>
                </a:defRPr>
              </a:lvl2pPr>
              <a:lvl3pPr marL="1143000" indent="-228600" defTabSz="457200">
                <a:defRPr sz="4300">
                  <a:solidFill>
                    <a:schemeClr val="tx1"/>
                  </a:solidFill>
                  <a:latin typeface="Calibri" panose="020F0502020204030204" pitchFamily="34" charset="0"/>
                  <a:ea typeface="MS PGothic" panose="020B0600070205080204" pitchFamily="34" charset="-128"/>
                </a:defRPr>
              </a:lvl3pPr>
              <a:lvl4pPr marL="1600200" indent="-228600" defTabSz="457200">
                <a:defRPr sz="4300">
                  <a:solidFill>
                    <a:schemeClr val="tx1"/>
                  </a:solidFill>
                  <a:latin typeface="Calibri" panose="020F0502020204030204" pitchFamily="34" charset="0"/>
                  <a:ea typeface="MS PGothic" panose="020B0600070205080204" pitchFamily="34" charset="-128"/>
                </a:defRPr>
              </a:lvl4pPr>
              <a:lvl5pPr marL="2057400" indent="-228600" defTabSz="457200">
                <a:defRPr sz="4300">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9pPr>
            </a:lstStyle>
            <a:p>
              <a:pPr>
                <a:lnSpc>
                  <a:spcPct val="120000"/>
                </a:lnSpc>
              </a:pPr>
              <a:r>
                <a:rPr lang="zh-CN" altLang="en-US" sz="1400" b="0">
                  <a:solidFill>
                    <a:schemeClr val="bg2">
                      <a:lumMod val="50000"/>
                    </a:schemeClr>
                  </a:solidFill>
                  <a:latin typeface="Arial"/>
                  <a:ea typeface="微软雅黑"/>
                  <a:sym typeface="Arial"/>
                </a:rPr>
                <a:t>关系型数据库管理系统</a:t>
              </a:r>
              <a:r>
                <a:rPr lang="zh-CN" altLang="en-US" sz="1400">
                  <a:solidFill>
                    <a:schemeClr val="bg2">
                      <a:lumMod val="50000"/>
                    </a:schemeClr>
                  </a:solidFill>
                  <a:latin typeface="Arial"/>
                  <a:ea typeface="微软雅黑"/>
                  <a:sym typeface="Arial"/>
                </a:rPr>
                <a:t>。支持多用户、多线程和多个存储引擎，可以处理大量数据并提供高效的数据查询和修改功能。</a:t>
              </a:r>
              <a:endParaRPr lang="zh-CN" altLang="en-US" sz="1400" b="0" dirty="0">
                <a:solidFill>
                  <a:schemeClr val="bg2">
                    <a:lumMod val="50000"/>
                  </a:schemeClr>
                </a:solidFill>
                <a:latin typeface="Arial"/>
                <a:ea typeface="微软雅黑"/>
                <a:sym typeface="Arial"/>
              </a:endParaRPr>
            </a:p>
          </p:txBody>
        </p:sp>
      </p:grpSp>
      <p:grpSp>
        <p:nvGrpSpPr>
          <p:cNvPr id="110" name="组合 109">
            <a:extLst>
              <a:ext uri="{FF2B5EF4-FFF2-40B4-BE49-F238E27FC236}">
                <a16:creationId xmlns:a16="http://schemas.microsoft.com/office/drawing/2014/main" id="{C31D8C5F-868D-4936-96CE-EBBFFB355CCE}"/>
              </a:ext>
            </a:extLst>
          </p:cNvPr>
          <p:cNvGrpSpPr/>
          <p:nvPr/>
        </p:nvGrpSpPr>
        <p:grpSpPr>
          <a:xfrm>
            <a:off x="3840163" y="1901682"/>
            <a:ext cx="1901825" cy="3902353"/>
            <a:chOff x="3840163" y="1901681"/>
            <a:chExt cx="1901825" cy="2665558"/>
          </a:xfrm>
        </p:grpSpPr>
        <p:sp>
          <p:nvSpPr>
            <p:cNvPr id="111" name="Freeform 34">
              <a:extLst>
                <a:ext uri="{FF2B5EF4-FFF2-40B4-BE49-F238E27FC236}">
                  <a16:creationId xmlns:a16="http://schemas.microsoft.com/office/drawing/2014/main" id="{2AC0C95C-93A8-4C2B-B319-1640371C65A3}"/>
                </a:ext>
              </a:extLst>
            </p:cNvPr>
            <p:cNvSpPr>
              <a:spLocks/>
            </p:cNvSpPr>
            <p:nvPr/>
          </p:nvSpPr>
          <p:spPr bwMode="auto">
            <a:xfrm>
              <a:off x="3840163" y="1901681"/>
              <a:ext cx="1858963" cy="410445"/>
            </a:xfrm>
            <a:custGeom>
              <a:avLst/>
              <a:gdLst>
                <a:gd name="T0" fmla="*/ 787 w 864"/>
                <a:gd name="T1" fmla="*/ 288 h 288"/>
                <a:gd name="T2" fmla="*/ 77 w 864"/>
                <a:gd name="T3" fmla="*/ 288 h 288"/>
                <a:gd name="T4" fmla="*/ 0 w 864"/>
                <a:gd name="T5" fmla="*/ 211 h 288"/>
                <a:gd name="T6" fmla="*/ 0 w 864"/>
                <a:gd name="T7" fmla="*/ 76 h 288"/>
                <a:gd name="T8" fmla="*/ 77 w 864"/>
                <a:gd name="T9" fmla="*/ 0 h 288"/>
                <a:gd name="T10" fmla="*/ 787 w 864"/>
                <a:gd name="T11" fmla="*/ 0 h 288"/>
                <a:gd name="T12" fmla="*/ 864 w 864"/>
                <a:gd name="T13" fmla="*/ 76 h 288"/>
                <a:gd name="T14" fmla="*/ 864 w 864"/>
                <a:gd name="T15" fmla="*/ 211 h 288"/>
                <a:gd name="T16" fmla="*/ 787 w 864"/>
                <a:gd name="T17"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4" h="288">
                  <a:moveTo>
                    <a:pt x="787" y="288"/>
                  </a:moveTo>
                  <a:cubicBezTo>
                    <a:pt x="77" y="288"/>
                    <a:pt x="77" y="288"/>
                    <a:pt x="77" y="288"/>
                  </a:cubicBezTo>
                  <a:cubicBezTo>
                    <a:pt x="35" y="288"/>
                    <a:pt x="0" y="253"/>
                    <a:pt x="0" y="211"/>
                  </a:cubicBezTo>
                  <a:cubicBezTo>
                    <a:pt x="0" y="76"/>
                    <a:pt x="0" y="76"/>
                    <a:pt x="0" y="76"/>
                  </a:cubicBezTo>
                  <a:cubicBezTo>
                    <a:pt x="0" y="34"/>
                    <a:pt x="35" y="0"/>
                    <a:pt x="77" y="0"/>
                  </a:cubicBezTo>
                  <a:cubicBezTo>
                    <a:pt x="787" y="0"/>
                    <a:pt x="787" y="0"/>
                    <a:pt x="787" y="0"/>
                  </a:cubicBezTo>
                  <a:cubicBezTo>
                    <a:pt x="830" y="0"/>
                    <a:pt x="864" y="34"/>
                    <a:pt x="864" y="76"/>
                  </a:cubicBezTo>
                  <a:cubicBezTo>
                    <a:pt x="864" y="211"/>
                    <a:pt x="864" y="211"/>
                    <a:pt x="864" y="211"/>
                  </a:cubicBezTo>
                  <a:cubicBezTo>
                    <a:pt x="864" y="253"/>
                    <a:pt x="830" y="288"/>
                    <a:pt x="787" y="288"/>
                  </a:cubicBezTo>
                  <a:close/>
                </a:path>
              </a:pathLst>
            </a:custGeom>
            <a:solidFill>
              <a:srgbClr val="314865"/>
            </a:solidFill>
            <a:ln>
              <a:noFill/>
            </a:ln>
            <a:effectLst>
              <a:outerShdw blurRad="50800" dist="38100" dir="16200000" rotWithShape="0">
                <a:prstClr val="black">
                  <a:alpha val="40000"/>
                </a:prstClr>
              </a:outerShdw>
            </a:effectLst>
          </p:spPr>
          <p:txBody>
            <a:bodyPr vert="horz" wrap="square" lIns="91440" tIns="45720" rIns="91440" bIns="45720" numCol="1" anchor="t" anchorCtr="0" compatLnSpc="1">
              <a:prstTxWarp prst="textNoShape">
                <a:avLst/>
              </a:prstTxWarp>
            </a:bodyPr>
            <a:lstStyle/>
            <a:p>
              <a:pPr algn="ctr"/>
              <a:r>
                <a:rPr lang="en-US" altLang="zh-CN" sz="2800">
                  <a:solidFill>
                    <a:schemeClr val="bg1"/>
                  </a:solidFill>
                  <a:latin typeface="Arial"/>
                  <a:ea typeface="微软雅黑"/>
                  <a:sym typeface="Arial"/>
                </a:rPr>
                <a:t>HTML</a:t>
              </a:r>
              <a:endParaRPr lang="zh-CN" altLang="en-US" sz="2800">
                <a:solidFill>
                  <a:schemeClr val="bg1"/>
                </a:solidFill>
                <a:latin typeface="Arial"/>
                <a:ea typeface="微软雅黑"/>
                <a:sym typeface="Arial"/>
              </a:endParaRPr>
            </a:p>
          </p:txBody>
        </p:sp>
        <p:sp>
          <p:nvSpPr>
            <p:cNvPr id="112" name="Freeform 37">
              <a:extLst>
                <a:ext uri="{FF2B5EF4-FFF2-40B4-BE49-F238E27FC236}">
                  <a16:creationId xmlns:a16="http://schemas.microsoft.com/office/drawing/2014/main" id="{FD74AE13-F066-4DB5-9606-B2078B3BB2EC}"/>
                </a:ext>
              </a:extLst>
            </p:cNvPr>
            <p:cNvSpPr>
              <a:spLocks noEditPoints="1"/>
            </p:cNvSpPr>
            <p:nvPr/>
          </p:nvSpPr>
          <p:spPr bwMode="auto">
            <a:xfrm>
              <a:off x="3883025" y="2713039"/>
              <a:ext cx="1858963" cy="1854200"/>
            </a:xfrm>
            <a:custGeom>
              <a:avLst/>
              <a:gdLst>
                <a:gd name="T0" fmla="*/ 680 w 864"/>
                <a:gd name="T1" fmla="*/ 48 h 864"/>
                <a:gd name="T2" fmla="*/ 816 w 864"/>
                <a:gd name="T3" fmla="*/ 185 h 864"/>
                <a:gd name="T4" fmla="*/ 816 w 864"/>
                <a:gd name="T5" fmla="*/ 680 h 864"/>
                <a:gd name="T6" fmla="*/ 680 w 864"/>
                <a:gd name="T7" fmla="*/ 816 h 864"/>
                <a:gd name="T8" fmla="*/ 185 w 864"/>
                <a:gd name="T9" fmla="*/ 816 h 864"/>
                <a:gd name="T10" fmla="*/ 48 w 864"/>
                <a:gd name="T11" fmla="*/ 680 h 864"/>
                <a:gd name="T12" fmla="*/ 48 w 864"/>
                <a:gd name="T13" fmla="*/ 185 h 864"/>
                <a:gd name="T14" fmla="*/ 185 w 864"/>
                <a:gd name="T15" fmla="*/ 48 h 864"/>
                <a:gd name="T16" fmla="*/ 680 w 864"/>
                <a:gd name="T17" fmla="*/ 48 h 864"/>
                <a:gd name="T18" fmla="*/ 680 w 864"/>
                <a:gd name="T19" fmla="*/ 0 h 864"/>
                <a:gd name="T20" fmla="*/ 185 w 864"/>
                <a:gd name="T21" fmla="*/ 0 h 864"/>
                <a:gd name="T22" fmla="*/ 0 w 864"/>
                <a:gd name="T23" fmla="*/ 185 h 864"/>
                <a:gd name="T24" fmla="*/ 0 w 864"/>
                <a:gd name="T25" fmla="*/ 680 h 864"/>
                <a:gd name="T26" fmla="*/ 185 w 864"/>
                <a:gd name="T27" fmla="*/ 864 h 864"/>
                <a:gd name="T28" fmla="*/ 680 w 864"/>
                <a:gd name="T29" fmla="*/ 864 h 864"/>
                <a:gd name="T30" fmla="*/ 864 w 864"/>
                <a:gd name="T31" fmla="*/ 680 h 864"/>
                <a:gd name="T32" fmla="*/ 864 w 864"/>
                <a:gd name="T33" fmla="*/ 185 h 864"/>
                <a:gd name="T34" fmla="*/ 680 w 864"/>
                <a:gd name="T35" fmla="*/ 0 h 8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864" h="864">
                  <a:moveTo>
                    <a:pt x="680" y="48"/>
                  </a:moveTo>
                  <a:cubicBezTo>
                    <a:pt x="755" y="48"/>
                    <a:pt x="816" y="110"/>
                    <a:pt x="816" y="185"/>
                  </a:cubicBezTo>
                  <a:cubicBezTo>
                    <a:pt x="816" y="680"/>
                    <a:pt x="816" y="680"/>
                    <a:pt x="816" y="680"/>
                  </a:cubicBezTo>
                  <a:cubicBezTo>
                    <a:pt x="816" y="755"/>
                    <a:pt x="755" y="816"/>
                    <a:pt x="680" y="816"/>
                  </a:cubicBezTo>
                  <a:cubicBezTo>
                    <a:pt x="185" y="816"/>
                    <a:pt x="185" y="816"/>
                    <a:pt x="185" y="816"/>
                  </a:cubicBezTo>
                  <a:cubicBezTo>
                    <a:pt x="110" y="816"/>
                    <a:pt x="48" y="755"/>
                    <a:pt x="48" y="680"/>
                  </a:cubicBezTo>
                  <a:cubicBezTo>
                    <a:pt x="48" y="185"/>
                    <a:pt x="48" y="185"/>
                    <a:pt x="48" y="185"/>
                  </a:cubicBezTo>
                  <a:cubicBezTo>
                    <a:pt x="48" y="110"/>
                    <a:pt x="110" y="48"/>
                    <a:pt x="185" y="48"/>
                  </a:cubicBezTo>
                  <a:cubicBezTo>
                    <a:pt x="680" y="48"/>
                    <a:pt x="680" y="48"/>
                    <a:pt x="680" y="48"/>
                  </a:cubicBezTo>
                  <a:close/>
                  <a:moveTo>
                    <a:pt x="680" y="0"/>
                  </a:moveTo>
                  <a:cubicBezTo>
                    <a:pt x="185" y="0"/>
                    <a:pt x="185" y="0"/>
                    <a:pt x="185" y="0"/>
                  </a:cubicBezTo>
                  <a:cubicBezTo>
                    <a:pt x="84" y="0"/>
                    <a:pt x="0" y="84"/>
                    <a:pt x="0" y="185"/>
                  </a:cubicBezTo>
                  <a:cubicBezTo>
                    <a:pt x="0" y="680"/>
                    <a:pt x="0" y="680"/>
                    <a:pt x="0" y="680"/>
                  </a:cubicBezTo>
                  <a:cubicBezTo>
                    <a:pt x="0" y="781"/>
                    <a:pt x="84" y="864"/>
                    <a:pt x="185" y="864"/>
                  </a:cubicBezTo>
                  <a:cubicBezTo>
                    <a:pt x="680" y="864"/>
                    <a:pt x="680" y="864"/>
                    <a:pt x="680" y="864"/>
                  </a:cubicBezTo>
                  <a:cubicBezTo>
                    <a:pt x="781" y="864"/>
                    <a:pt x="864" y="781"/>
                    <a:pt x="864" y="680"/>
                  </a:cubicBezTo>
                  <a:cubicBezTo>
                    <a:pt x="864" y="185"/>
                    <a:pt x="864" y="185"/>
                    <a:pt x="864" y="185"/>
                  </a:cubicBezTo>
                  <a:cubicBezTo>
                    <a:pt x="864" y="84"/>
                    <a:pt x="781" y="0"/>
                    <a:pt x="680" y="0"/>
                  </a:cubicBezTo>
                  <a:close/>
                </a:path>
              </a:pathLst>
            </a:custGeom>
            <a:solidFill>
              <a:srgbClr val="314865"/>
            </a:solidFill>
            <a:ln>
              <a:noFill/>
            </a:ln>
            <a:effectLst>
              <a:outerShdw blurRad="50800" dist="38100" dir="16200000"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b="0" dirty="0">
                <a:solidFill>
                  <a:schemeClr val="bg2">
                    <a:lumMod val="50000"/>
                  </a:schemeClr>
                </a:solidFill>
                <a:latin typeface="Arial"/>
                <a:ea typeface="微软雅黑"/>
                <a:sym typeface="Arial"/>
              </a:endParaRPr>
            </a:p>
          </p:txBody>
        </p:sp>
        <p:sp>
          <p:nvSpPr>
            <p:cNvPr id="114" name="Title 20">
              <a:extLst>
                <a:ext uri="{FF2B5EF4-FFF2-40B4-BE49-F238E27FC236}">
                  <a16:creationId xmlns:a16="http://schemas.microsoft.com/office/drawing/2014/main" id="{C99D36A2-3817-4A9E-B8DF-1AD5ECC465A3}"/>
                </a:ext>
              </a:extLst>
            </p:cNvPr>
            <p:cNvSpPr txBox="1">
              <a:spLocks/>
            </p:cNvSpPr>
            <p:nvPr/>
          </p:nvSpPr>
          <p:spPr bwMode="auto">
            <a:xfrm>
              <a:off x="4059684" y="3011484"/>
              <a:ext cx="1445966" cy="12209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0" rIns="0" bIns="0" anchor="ctr">
              <a:spAutoFit/>
            </a:bodyPr>
            <a:lstStyle>
              <a:lvl1pPr defTabSz="457200">
                <a:defRPr sz="4300">
                  <a:solidFill>
                    <a:schemeClr val="tx1"/>
                  </a:solidFill>
                  <a:latin typeface="Calibri" panose="020F0502020204030204" pitchFamily="34" charset="0"/>
                  <a:ea typeface="MS PGothic" panose="020B0600070205080204" pitchFamily="34" charset="-128"/>
                </a:defRPr>
              </a:lvl1pPr>
              <a:lvl2pPr marL="742950" indent="-285750" defTabSz="457200">
                <a:defRPr sz="4300">
                  <a:solidFill>
                    <a:schemeClr val="tx1"/>
                  </a:solidFill>
                  <a:latin typeface="Calibri" panose="020F0502020204030204" pitchFamily="34" charset="0"/>
                  <a:ea typeface="MS PGothic" panose="020B0600070205080204" pitchFamily="34" charset="-128"/>
                </a:defRPr>
              </a:lvl2pPr>
              <a:lvl3pPr marL="1143000" indent="-228600" defTabSz="457200">
                <a:defRPr sz="4300">
                  <a:solidFill>
                    <a:schemeClr val="tx1"/>
                  </a:solidFill>
                  <a:latin typeface="Calibri" panose="020F0502020204030204" pitchFamily="34" charset="0"/>
                  <a:ea typeface="MS PGothic" panose="020B0600070205080204" pitchFamily="34" charset="-128"/>
                </a:defRPr>
              </a:lvl3pPr>
              <a:lvl4pPr marL="1600200" indent="-228600" defTabSz="457200">
                <a:defRPr sz="4300">
                  <a:solidFill>
                    <a:schemeClr val="tx1"/>
                  </a:solidFill>
                  <a:latin typeface="Calibri" panose="020F0502020204030204" pitchFamily="34" charset="0"/>
                  <a:ea typeface="MS PGothic" panose="020B0600070205080204" pitchFamily="34" charset="-128"/>
                </a:defRPr>
              </a:lvl4pPr>
              <a:lvl5pPr marL="2057400" indent="-228600" defTabSz="457200">
                <a:defRPr sz="4300">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9pPr>
            </a:lstStyle>
            <a:p>
              <a:pPr algn="just">
                <a:lnSpc>
                  <a:spcPct val="120000"/>
                </a:lnSpc>
              </a:pPr>
              <a:r>
                <a:rPr lang="zh-CN" altLang="en-US" sz="1400" b="0">
                  <a:solidFill>
                    <a:schemeClr val="bg2">
                      <a:lumMod val="50000"/>
                    </a:schemeClr>
                  </a:solidFill>
                  <a:latin typeface="Arial"/>
                  <a:ea typeface="微软雅黑"/>
                  <a:sym typeface="Arial"/>
                </a:rPr>
                <a:t>标记语言。创建网页结构和内容</a:t>
              </a:r>
              <a:r>
                <a:rPr lang="zh-CN" altLang="en-US" sz="1400">
                  <a:solidFill>
                    <a:schemeClr val="bg2">
                      <a:lumMod val="50000"/>
                    </a:schemeClr>
                  </a:solidFill>
                  <a:latin typeface="Arial"/>
                  <a:ea typeface="微软雅黑"/>
                  <a:sym typeface="Arial"/>
                </a:rPr>
                <a:t>。</a:t>
              </a:r>
              <a:endParaRPr lang="en-US" altLang="zh-CN" sz="1400">
                <a:solidFill>
                  <a:schemeClr val="bg2">
                    <a:lumMod val="50000"/>
                  </a:schemeClr>
                </a:solidFill>
                <a:latin typeface="Arial"/>
                <a:ea typeface="微软雅黑"/>
                <a:sym typeface="Arial"/>
              </a:endParaRPr>
            </a:p>
            <a:p>
              <a:pPr algn="just">
                <a:lnSpc>
                  <a:spcPct val="120000"/>
                </a:lnSpc>
              </a:pPr>
              <a:r>
                <a:rPr lang="zh-CN" altLang="en-US" sz="1400" b="0">
                  <a:solidFill>
                    <a:schemeClr val="bg2">
                      <a:lumMod val="50000"/>
                    </a:schemeClr>
                  </a:solidFill>
                  <a:latin typeface="Arial"/>
                  <a:ea typeface="微软雅黑"/>
                  <a:sym typeface="Arial"/>
                </a:rPr>
                <a:t>定义了网页上的各种元素，用标签和属性来描述它们的特性和功能。</a:t>
              </a:r>
              <a:endParaRPr lang="en-US" altLang="zh-CN" sz="1400" b="0">
                <a:solidFill>
                  <a:schemeClr val="bg2">
                    <a:lumMod val="50000"/>
                  </a:schemeClr>
                </a:solidFill>
                <a:latin typeface="Arial"/>
                <a:ea typeface="微软雅黑"/>
                <a:sym typeface="Arial"/>
              </a:endParaRPr>
            </a:p>
          </p:txBody>
        </p:sp>
      </p:grpSp>
      <p:grpSp>
        <p:nvGrpSpPr>
          <p:cNvPr id="115" name="组合 114">
            <a:extLst>
              <a:ext uri="{FF2B5EF4-FFF2-40B4-BE49-F238E27FC236}">
                <a16:creationId xmlns:a16="http://schemas.microsoft.com/office/drawing/2014/main" id="{8B5BEB14-E453-413F-B9B2-864CFD5DB888}"/>
              </a:ext>
            </a:extLst>
          </p:cNvPr>
          <p:cNvGrpSpPr/>
          <p:nvPr/>
        </p:nvGrpSpPr>
        <p:grpSpPr>
          <a:xfrm>
            <a:off x="6188073" y="1899078"/>
            <a:ext cx="1858965" cy="3904955"/>
            <a:chOff x="6188073" y="1899079"/>
            <a:chExt cx="1858965" cy="2668160"/>
          </a:xfrm>
        </p:grpSpPr>
        <p:sp>
          <p:nvSpPr>
            <p:cNvPr id="116" name="Freeform 35">
              <a:extLst>
                <a:ext uri="{FF2B5EF4-FFF2-40B4-BE49-F238E27FC236}">
                  <a16:creationId xmlns:a16="http://schemas.microsoft.com/office/drawing/2014/main" id="{72FE73BD-CB97-4191-AE67-72CAB0081950}"/>
                </a:ext>
              </a:extLst>
            </p:cNvPr>
            <p:cNvSpPr>
              <a:spLocks/>
            </p:cNvSpPr>
            <p:nvPr/>
          </p:nvSpPr>
          <p:spPr bwMode="auto">
            <a:xfrm>
              <a:off x="6188073" y="1899079"/>
              <a:ext cx="1858963" cy="410573"/>
            </a:xfrm>
            <a:custGeom>
              <a:avLst/>
              <a:gdLst>
                <a:gd name="T0" fmla="*/ 787 w 864"/>
                <a:gd name="T1" fmla="*/ 288 h 288"/>
                <a:gd name="T2" fmla="*/ 76 w 864"/>
                <a:gd name="T3" fmla="*/ 288 h 288"/>
                <a:gd name="T4" fmla="*/ 0 w 864"/>
                <a:gd name="T5" fmla="*/ 211 h 288"/>
                <a:gd name="T6" fmla="*/ 0 w 864"/>
                <a:gd name="T7" fmla="*/ 77 h 288"/>
                <a:gd name="T8" fmla="*/ 76 w 864"/>
                <a:gd name="T9" fmla="*/ 0 h 288"/>
                <a:gd name="T10" fmla="*/ 787 w 864"/>
                <a:gd name="T11" fmla="*/ 0 h 288"/>
                <a:gd name="T12" fmla="*/ 864 w 864"/>
                <a:gd name="T13" fmla="*/ 77 h 288"/>
                <a:gd name="T14" fmla="*/ 864 w 864"/>
                <a:gd name="T15" fmla="*/ 211 h 288"/>
                <a:gd name="T16" fmla="*/ 787 w 864"/>
                <a:gd name="T17"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4" h="288">
                  <a:moveTo>
                    <a:pt x="787" y="288"/>
                  </a:moveTo>
                  <a:cubicBezTo>
                    <a:pt x="76" y="288"/>
                    <a:pt x="76" y="288"/>
                    <a:pt x="76" y="288"/>
                  </a:cubicBezTo>
                  <a:cubicBezTo>
                    <a:pt x="34" y="288"/>
                    <a:pt x="0" y="253"/>
                    <a:pt x="0" y="211"/>
                  </a:cubicBezTo>
                  <a:cubicBezTo>
                    <a:pt x="0" y="77"/>
                    <a:pt x="0" y="77"/>
                    <a:pt x="0" y="77"/>
                  </a:cubicBezTo>
                  <a:cubicBezTo>
                    <a:pt x="0" y="35"/>
                    <a:pt x="34" y="0"/>
                    <a:pt x="76" y="0"/>
                  </a:cubicBezTo>
                  <a:cubicBezTo>
                    <a:pt x="787" y="0"/>
                    <a:pt x="787" y="0"/>
                    <a:pt x="787" y="0"/>
                  </a:cubicBezTo>
                  <a:cubicBezTo>
                    <a:pt x="829" y="0"/>
                    <a:pt x="864" y="35"/>
                    <a:pt x="864" y="77"/>
                  </a:cubicBezTo>
                  <a:cubicBezTo>
                    <a:pt x="864" y="211"/>
                    <a:pt x="864" y="211"/>
                    <a:pt x="864" y="211"/>
                  </a:cubicBezTo>
                  <a:cubicBezTo>
                    <a:pt x="864" y="253"/>
                    <a:pt x="829" y="288"/>
                    <a:pt x="787" y="288"/>
                  </a:cubicBezTo>
                  <a:close/>
                </a:path>
              </a:pathLst>
            </a:custGeom>
            <a:solidFill>
              <a:srgbClr val="314865"/>
            </a:solidFill>
            <a:ln>
              <a:noFill/>
            </a:ln>
            <a:effectLst>
              <a:outerShdw blurRad="50800" dist="38100" dir="5400000" algn="t" rotWithShape="0">
                <a:prstClr val="black">
                  <a:alpha val="40000"/>
                </a:prstClr>
              </a:outerShdw>
            </a:effectLst>
          </p:spPr>
          <p:txBody>
            <a:bodyPr vert="horz" wrap="square" lIns="91440" tIns="45720" rIns="91440" bIns="45720" numCol="1" anchor="t" anchorCtr="0" compatLnSpc="1">
              <a:prstTxWarp prst="textNoShape">
                <a:avLst/>
              </a:prstTxWarp>
            </a:bodyPr>
            <a:lstStyle/>
            <a:p>
              <a:pPr algn="ctr"/>
              <a:r>
                <a:rPr lang="en-US" altLang="zh-CN" sz="2800" b="0">
                  <a:solidFill>
                    <a:schemeClr val="bg1"/>
                  </a:solidFill>
                  <a:latin typeface="Arial"/>
                  <a:ea typeface="微软雅黑"/>
                  <a:sym typeface="Arial"/>
                </a:rPr>
                <a:t>css</a:t>
              </a:r>
              <a:endParaRPr lang="zh-CN" altLang="en-US" sz="2800" b="0" dirty="0">
                <a:solidFill>
                  <a:schemeClr val="bg1"/>
                </a:solidFill>
                <a:latin typeface="Arial"/>
                <a:ea typeface="微软雅黑"/>
                <a:sym typeface="Arial"/>
              </a:endParaRPr>
            </a:p>
          </p:txBody>
        </p:sp>
        <p:grpSp>
          <p:nvGrpSpPr>
            <p:cNvPr id="117" name="组合 116">
              <a:extLst>
                <a:ext uri="{FF2B5EF4-FFF2-40B4-BE49-F238E27FC236}">
                  <a16:creationId xmlns:a16="http://schemas.microsoft.com/office/drawing/2014/main" id="{63F84252-39C5-4079-A1F4-BBA358B71391}"/>
                </a:ext>
              </a:extLst>
            </p:cNvPr>
            <p:cNvGrpSpPr/>
            <p:nvPr/>
          </p:nvGrpSpPr>
          <p:grpSpPr>
            <a:xfrm>
              <a:off x="6188075" y="2713039"/>
              <a:ext cx="1858963" cy="1854200"/>
              <a:chOff x="6188075" y="2713039"/>
              <a:chExt cx="1858963" cy="1854200"/>
            </a:xfrm>
          </p:grpSpPr>
          <p:sp>
            <p:nvSpPr>
              <p:cNvPr id="118" name="Freeform 38">
                <a:extLst>
                  <a:ext uri="{FF2B5EF4-FFF2-40B4-BE49-F238E27FC236}">
                    <a16:creationId xmlns:a16="http://schemas.microsoft.com/office/drawing/2014/main" id="{40E0AEEF-7B1D-4E98-8F47-741A2F551C0B}"/>
                  </a:ext>
                </a:extLst>
              </p:cNvPr>
              <p:cNvSpPr>
                <a:spLocks noEditPoints="1"/>
              </p:cNvSpPr>
              <p:nvPr/>
            </p:nvSpPr>
            <p:spPr bwMode="auto">
              <a:xfrm>
                <a:off x="6188075" y="2713039"/>
                <a:ext cx="1858963" cy="1854200"/>
              </a:xfrm>
              <a:custGeom>
                <a:avLst/>
                <a:gdLst>
                  <a:gd name="T0" fmla="*/ 679 w 864"/>
                  <a:gd name="T1" fmla="*/ 48 h 864"/>
                  <a:gd name="T2" fmla="*/ 816 w 864"/>
                  <a:gd name="T3" fmla="*/ 185 h 864"/>
                  <a:gd name="T4" fmla="*/ 816 w 864"/>
                  <a:gd name="T5" fmla="*/ 680 h 864"/>
                  <a:gd name="T6" fmla="*/ 679 w 864"/>
                  <a:gd name="T7" fmla="*/ 816 h 864"/>
                  <a:gd name="T8" fmla="*/ 185 w 864"/>
                  <a:gd name="T9" fmla="*/ 816 h 864"/>
                  <a:gd name="T10" fmla="*/ 48 w 864"/>
                  <a:gd name="T11" fmla="*/ 680 h 864"/>
                  <a:gd name="T12" fmla="*/ 48 w 864"/>
                  <a:gd name="T13" fmla="*/ 185 h 864"/>
                  <a:gd name="T14" fmla="*/ 185 w 864"/>
                  <a:gd name="T15" fmla="*/ 48 h 864"/>
                  <a:gd name="T16" fmla="*/ 679 w 864"/>
                  <a:gd name="T17" fmla="*/ 48 h 864"/>
                  <a:gd name="T18" fmla="*/ 679 w 864"/>
                  <a:gd name="T19" fmla="*/ 0 h 864"/>
                  <a:gd name="T20" fmla="*/ 185 w 864"/>
                  <a:gd name="T21" fmla="*/ 0 h 864"/>
                  <a:gd name="T22" fmla="*/ 0 w 864"/>
                  <a:gd name="T23" fmla="*/ 185 h 864"/>
                  <a:gd name="T24" fmla="*/ 0 w 864"/>
                  <a:gd name="T25" fmla="*/ 680 h 864"/>
                  <a:gd name="T26" fmla="*/ 185 w 864"/>
                  <a:gd name="T27" fmla="*/ 864 h 864"/>
                  <a:gd name="T28" fmla="*/ 679 w 864"/>
                  <a:gd name="T29" fmla="*/ 864 h 864"/>
                  <a:gd name="T30" fmla="*/ 864 w 864"/>
                  <a:gd name="T31" fmla="*/ 680 h 864"/>
                  <a:gd name="T32" fmla="*/ 864 w 864"/>
                  <a:gd name="T33" fmla="*/ 185 h 864"/>
                  <a:gd name="T34" fmla="*/ 679 w 864"/>
                  <a:gd name="T35" fmla="*/ 0 h 8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864" h="864">
                    <a:moveTo>
                      <a:pt x="679" y="48"/>
                    </a:moveTo>
                    <a:cubicBezTo>
                      <a:pt x="754" y="48"/>
                      <a:pt x="816" y="110"/>
                      <a:pt x="816" y="185"/>
                    </a:cubicBezTo>
                    <a:cubicBezTo>
                      <a:pt x="816" y="680"/>
                      <a:pt x="816" y="680"/>
                      <a:pt x="816" y="680"/>
                    </a:cubicBezTo>
                    <a:cubicBezTo>
                      <a:pt x="816" y="755"/>
                      <a:pt x="754" y="816"/>
                      <a:pt x="679" y="816"/>
                    </a:cubicBezTo>
                    <a:cubicBezTo>
                      <a:pt x="185" y="816"/>
                      <a:pt x="185" y="816"/>
                      <a:pt x="185" y="816"/>
                    </a:cubicBezTo>
                    <a:cubicBezTo>
                      <a:pt x="109" y="816"/>
                      <a:pt x="48" y="755"/>
                      <a:pt x="48" y="680"/>
                    </a:cubicBezTo>
                    <a:cubicBezTo>
                      <a:pt x="48" y="185"/>
                      <a:pt x="48" y="185"/>
                      <a:pt x="48" y="185"/>
                    </a:cubicBezTo>
                    <a:cubicBezTo>
                      <a:pt x="48" y="110"/>
                      <a:pt x="109" y="48"/>
                      <a:pt x="185" y="48"/>
                    </a:cubicBezTo>
                    <a:cubicBezTo>
                      <a:pt x="679" y="48"/>
                      <a:pt x="679" y="48"/>
                      <a:pt x="679" y="48"/>
                    </a:cubicBezTo>
                    <a:close/>
                    <a:moveTo>
                      <a:pt x="679" y="0"/>
                    </a:moveTo>
                    <a:cubicBezTo>
                      <a:pt x="185" y="0"/>
                      <a:pt x="185" y="0"/>
                      <a:pt x="185" y="0"/>
                    </a:cubicBezTo>
                    <a:cubicBezTo>
                      <a:pt x="83" y="0"/>
                      <a:pt x="0" y="84"/>
                      <a:pt x="0" y="185"/>
                    </a:cubicBezTo>
                    <a:cubicBezTo>
                      <a:pt x="0" y="680"/>
                      <a:pt x="0" y="680"/>
                      <a:pt x="0" y="680"/>
                    </a:cubicBezTo>
                    <a:cubicBezTo>
                      <a:pt x="0" y="781"/>
                      <a:pt x="83" y="864"/>
                      <a:pt x="185" y="864"/>
                    </a:cubicBezTo>
                    <a:cubicBezTo>
                      <a:pt x="679" y="864"/>
                      <a:pt x="679" y="864"/>
                      <a:pt x="679" y="864"/>
                    </a:cubicBezTo>
                    <a:cubicBezTo>
                      <a:pt x="781" y="864"/>
                      <a:pt x="864" y="781"/>
                      <a:pt x="864" y="680"/>
                    </a:cubicBezTo>
                    <a:cubicBezTo>
                      <a:pt x="864" y="185"/>
                      <a:pt x="864" y="185"/>
                      <a:pt x="864" y="185"/>
                    </a:cubicBezTo>
                    <a:cubicBezTo>
                      <a:pt x="864" y="84"/>
                      <a:pt x="781" y="0"/>
                      <a:pt x="679" y="0"/>
                    </a:cubicBezTo>
                    <a:close/>
                  </a:path>
                </a:pathLst>
              </a:custGeom>
              <a:solidFill>
                <a:srgbClr val="314865"/>
              </a:solidFill>
              <a:ln>
                <a:noFill/>
              </a:ln>
              <a:effectLst>
                <a:outerShdw blurRad="50800" dist="38100" dir="5400000" algn="t"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b="0">
                  <a:solidFill>
                    <a:schemeClr val="bg2">
                      <a:lumMod val="50000"/>
                    </a:schemeClr>
                  </a:solidFill>
                  <a:latin typeface="Arial"/>
                  <a:ea typeface="微软雅黑"/>
                  <a:sym typeface="Arial"/>
                </a:endParaRPr>
              </a:p>
            </p:txBody>
          </p:sp>
          <p:sp>
            <p:nvSpPr>
              <p:cNvPr id="120" name="Title 20">
                <a:extLst>
                  <a:ext uri="{FF2B5EF4-FFF2-40B4-BE49-F238E27FC236}">
                    <a16:creationId xmlns:a16="http://schemas.microsoft.com/office/drawing/2014/main" id="{E72DEEAC-44EF-4B3B-B6E4-8C6CD115000D}"/>
                  </a:ext>
                </a:extLst>
              </p:cNvPr>
              <p:cNvSpPr txBox="1">
                <a:spLocks/>
              </p:cNvSpPr>
              <p:nvPr/>
            </p:nvSpPr>
            <p:spPr bwMode="auto">
              <a:xfrm>
                <a:off x="6430521" y="3011004"/>
                <a:ext cx="1374065" cy="1221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0" rIns="0" bIns="0" anchor="ctr">
                <a:spAutoFit/>
              </a:bodyPr>
              <a:lstStyle>
                <a:lvl1pPr defTabSz="457200">
                  <a:defRPr sz="4300">
                    <a:solidFill>
                      <a:schemeClr val="tx1"/>
                    </a:solidFill>
                    <a:latin typeface="Calibri" panose="020F0502020204030204" pitchFamily="34" charset="0"/>
                    <a:ea typeface="MS PGothic" panose="020B0600070205080204" pitchFamily="34" charset="-128"/>
                  </a:defRPr>
                </a:lvl1pPr>
                <a:lvl2pPr marL="742950" indent="-285750" defTabSz="457200">
                  <a:defRPr sz="4300">
                    <a:solidFill>
                      <a:schemeClr val="tx1"/>
                    </a:solidFill>
                    <a:latin typeface="Calibri" panose="020F0502020204030204" pitchFamily="34" charset="0"/>
                    <a:ea typeface="MS PGothic" panose="020B0600070205080204" pitchFamily="34" charset="-128"/>
                  </a:defRPr>
                </a:lvl2pPr>
                <a:lvl3pPr marL="1143000" indent="-228600" defTabSz="457200">
                  <a:defRPr sz="4300">
                    <a:solidFill>
                      <a:schemeClr val="tx1"/>
                    </a:solidFill>
                    <a:latin typeface="Calibri" panose="020F0502020204030204" pitchFamily="34" charset="0"/>
                    <a:ea typeface="MS PGothic" panose="020B0600070205080204" pitchFamily="34" charset="-128"/>
                  </a:defRPr>
                </a:lvl3pPr>
                <a:lvl4pPr marL="1600200" indent="-228600" defTabSz="457200">
                  <a:defRPr sz="4300">
                    <a:solidFill>
                      <a:schemeClr val="tx1"/>
                    </a:solidFill>
                    <a:latin typeface="Calibri" panose="020F0502020204030204" pitchFamily="34" charset="0"/>
                    <a:ea typeface="MS PGothic" panose="020B0600070205080204" pitchFamily="34" charset="-128"/>
                  </a:defRPr>
                </a:lvl4pPr>
                <a:lvl5pPr marL="2057400" indent="-228600" defTabSz="457200">
                  <a:defRPr sz="4300">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9pPr>
              </a:lstStyle>
              <a:p>
                <a:pPr>
                  <a:lnSpc>
                    <a:spcPct val="120000"/>
                  </a:lnSpc>
                </a:pPr>
                <a:r>
                  <a:rPr lang="zh-CN" altLang="en-US" sz="1400" b="0">
                    <a:solidFill>
                      <a:schemeClr val="bg2">
                        <a:lumMod val="50000"/>
                      </a:schemeClr>
                    </a:solidFill>
                    <a:latin typeface="Arial"/>
                    <a:ea typeface="微软雅黑"/>
                    <a:sym typeface="Arial"/>
                  </a:rPr>
                  <a:t>样式表语言。控制网页的外观和布局。定义网页上各种元素的颜色、字体、大小、位置、间距等样式。</a:t>
                </a:r>
                <a:endParaRPr lang="zh-CN" altLang="en-US" sz="1400" b="0" dirty="0">
                  <a:solidFill>
                    <a:schemeClr val="bg2">
                      <a:lumMod val="50000"/>
                    </a:schemeClr>
                  </a:solidFill>
                  <a:latin typeface="Arial"/>
                  <a:ea typeface="微软雅黑"/>
                  <a:sym typeface="Arial"/>
                </a:endParaRPr>
              </a:p>
            </p:txBody>
          </p:sp>
        </p:grpSp>
      </p:grpSp>
      <p:grpSp>
        <p:nvGrpSpPr>
          <p:cNvPr id="121" name="组合 120">
            <a:extLst>
              <a:ext uri="{FF2B5EF4-FFF2-40B4-BE49-F238E27FC236}">
                <a16:creationId xmlns:a16="http://schemas.microsoft.com/office/drawing/2014/main" id="{716D4962-0869-4049-8C21-9120B35F0ACB}"/>
              </a:ext>
            </a:extLst>
          </p:cNvPr>
          <p:cNvGrpSpPr/>
          <p:nvPr/>
        </p:nvGrpSpPr>
        <p:grpSpPr>
          <a:xfrm>
            <a:off x="8447086" y="1912511"/>
            <a:ext cx="1901827" cy="3891523"/>
            <a:chOff x="8447086" y="1898240"/>
            <a:chExt cx="1901827" cy="2668999"/>
          </a:xfrm>
        </p:grpSpPr>
        <p:sp>
          <p:nvSpPr>
            <p:cNvPr id="122" name="Freeform 36">
              <a:extLst>
                <a:ext uri="{FF2B5EF4-FFF2-40B4-BE49-F238E27FC236}">
                  <a16:creationId xmlns:a16="http://schemas.microsoft.com/office/drawing/2014/main" id="{03F6FB5E-66E9-460C-8ED4-267CE0F83B3F}"/>
                </a:ext>
              </a:extLst>
            </p:cNvPr>
            <p:cNvSpPr>
              <a:spLocks/>
            </p:cNvSpPr>
            <p:nvPr/>
          </p:nvSpPr>
          <p:spPr bwMode="auto">
            <a:xfrm>
              <a:off x="8447086" y="1898240"/>
              <a:ext cx="1858963" cy="402906"/>
            </a:xfrm>
            <a:custGeom>
              <a:avLst/>
              <a:gdLst>
                <a:gd name="T0" fmla="*/ 787 w 864"/>
                <a:gd name="T1" fmla="*/ 288 h 288"/>
                <a:gd name="T2" fmla="*/ 76 w 864"/>
                <a:gd name="T3" fmla="*/ 288 h 288"/>
                <a:gd name="T4" fmla="*/ 0 w 864"/>
                <a:gd name="T5" fmla="*/ 211 h 288"/>
                <a:gd name="T6" fmla="*/ 0 w 864"/>
                <a:gd name="T7" fmla="*/ 77 h 288"/>
                <a:gd name="T8" fmla="*/ 76 w 864"/>
                <a:gd name="T9" fmla="*/ 0 h 288"/>
                <a:gd name="T10" fmla="*/ 787 w 864"/>
                <a:gd name="T11" fmla="*/ 0 h 288"/>
                <a:gd name="T12" fmla="*/ 864 w 864"/>
                <a:gd name="T13" fmla="*/ 77 h 288"/>
                <a:gd name="T14" fmla="*/ 864 w 864"/>
                <a:gd name="T15" fmla="*/ 211 h 288"/>
                <a:gd name="T16" fmla="*/ 787 w 864"/>
                <a:gd name="T17"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4" h="288">
                  <a:moveTo>
                    <a:pt x="787" y="288"/>
                  </a:moveTo>
                  <a:cubicBezTo>
                    <a:pt x="76" y="288"/>
                    <a:pt x="76" y="288"/>
                    <a:pt x="76" y="288"/>
                  </a:cubicBezTo>
                  <a:cubicBezTo>
                    <a:pt x="34" y="288"/>
                    <a:pt x="0" y="254"/>
                    <a:pt x="0" y="211"/>
                  </a:cubicBezTo>
                  <a:cubicBezTo>
                    <a:pt x="0" y="77"/>
                    <a:pt x="0" y="77"/>
                    <a:pt x="0" y="77"/>
                  </a:cubicBezTo>
                  <a:cubicBezTo>
                    <a:pt x="0" y="35"/>
                    <a:pt x="34" y="0"/>
                    <a:pt x="76" y="0"/>
                  </a:cubicBezTo>
                  <a:cubicBezTo>
                    <a:pt x="787" y="0"/>
                    <a:pt x="787" y="0"/>
                    <a:pt x="787" y="0"/>
                  </a:cubicBezTo>
                  <a:cubicBezTo>
                    <a:pt x="829" y="0"/>
                    <a:pt x="864" y="35"/>
                    <a:pt x="864" y="77"/>
                  </a:cubicBezTo>
                  <a:cubicBezTo>
                    <a:pt x="864" y="211"/>
                    <a:pt x="864" y="211"/>
                    <a:pt x="864" y="211"/>
                  </a:cubicBezTo>
                  <a:cubicBezTo>
                    <a:pt x="864" y="254"/>
                    <a:pt x="829" y="288"/>
                    <a:pt x="787" y="288"/>
                  </a:cubicBezTo>
                  <a:close/>
                </a:path>
              </a:pathLst>
            </a:custGeom>
            <a:solidFill>
              <a:srgbClr val="314865"/>
            </a:solidFill>
            <a:ln>
              <a:noFill/>
            </a:ln>
            <a:effectLst>
              <a:outerShdw blurRad="63500" sx="102000" sy="102000" algn="ctr" rotWithShape="0">
                <a:prstClr val="black">
                  <a:alpha val="40000"/>
                </a:prstClr>
              </a:outerShdw>
            </a:effectLst>
          </p:spPr>
          <p:txBody>
            <a:bodyPr vert="horz" wrap="square" lIns="91440" tIns="45720" rIns="91440" bIns="45720" numCol="1" anchor="t" anchorCtr="0" compatLnSpc="1">
              <a:prstTxWarp prst="textNoShape">
                <a:avLst/>
              </a:prstTxWarp>
            </a:bodyPr>
            <a:lstStyle/>
            <a:p>
              <a:pPr algn="ctr"/>
              <a:r>
                <a:rPr lang="en-US" altLang="zh-CN" sz="2800">
                  <a:solidFill>
                    <a:schemeClr val="bg1"/>
                  </a:solidFill>
                  <a:latin typeface="Arial"/>
                  <a:ea typeface="微软雅黑"/>
                  <a:sym typeface="Arial"/>
                </a:rPr>
                <a:t>JS</a:t>
              </a:r>
              <a:endParaRPr lang="zh-CN" altLang="en-US" sz="2800" b="0">
                <a:solidFill>
                  <a:schemeClr val="bg1"/>
                </a:solidFill>
                <a:latin typeface="Arial"/>
                <a:ea typeface="微软雅黑"/>
                <a:sym typeface="Arial"/>
              </a:endParaRPr>
            </a:p>
          </p:txBody>
        </p:sp>
        <p:sp>
          <p:nvSpPr>
            <p:cNvPr id="123" name="Freeform 39">
              <a:extLst>
                <a:ext uri="{FF2B5EF4-FFF2-40B4-BE49-F238E27FC236}">
                  <a16:creationId xmlns:a16="http://schemas.microsoft.com/office/drawing/2014/main" id="{3C7E2955-8C6A-436D-BF8F-DD588DC218C4}"/>
                </a:ext>
              </a:extLst>
            </p:cNvPr>
            <p:cNvSpPr>
              <a:spLocks noEditPoints="1"/>
            </p:cNvSpPr>
            <p:nvPr/>
          </p:nvSpPr>
          <p:spPr bwMode="auto">
            <a:xfrm>
              <a:off x="8489950" y="2713039"/>
              <a:ext cx="1858963" cy="1854200"/>
            </a:xfrm>
            <a:custGeom>
              <a:avLst/>
              <a:gdLst>
                <a:gd name="T0" fmla="*/ 679 w 864"/>
                <a:gd name="T1" fmla="*/ 48 h 864"/>
                <a:gd name="T2" fmla="*/ 816 w 864"/>
                <a:gd name="T3" fmla="*/ 185 h 864"/>
                <a:gd name="T4" fmla="*/ 816 w 864"/>
                <a:gd name="T5" fmla="*/ 680 h 864"/>
                <a:gd name="T6" fmla="*/ 679 w 864"/>
                <a:gd name="T7" fmla="*/ 816 h 864"/>
                <a:gd name="T8" fmla="*/ 185 w 864"/>
                <a:gd name="T9" fmla="*/ 816 h 864"/>
                <a:gd name="T10" fmla="*/ 48 w 864"/>
                <a:gd name="T11" fmla="*/ 680 h 864"/>
                <a:gd name="T12" fmla="*/ 48 w 864"/>
                <a:gd name="T13" fmla="*/ 185 h 864"/>
                <a:gd name="T14" fmla="*/ 185 w 864"/>
                <a:gd name="T15" fmla="*/ 48 h 864"/>
                <a:gd name="T16" fmla="*/ 679 w 864"/>
                <a:gd name="T17" fmla="*/ 48 h 864"/>
                <a:gd name="T18" fmla="*/ 679 w 864"/>
                <a:gd name="T19" fmla="*/ 0 h 864"/>
                <a:gd name="T20" fmla="*/ 185 w 864"/>
                <a:gd name="T21" fmla="*/ 0 h 864"/>
                <a:gd name="T22" fmla="*/ 0 w 864"/>
                <a:gd name="T23" fmla="*/ 185 h 864"/>
                <a:gd name="T24" fmla="*/ 0 w 864"/>
                <a:gd name="T25" fmla="*/ 680 h 864"/>
                <a:gd name="T26" fmla="*/ 185 w 864"/>
                <a:gd name="T27" fmla="*/ 864 h 864"/>
                <a:gd name="T28" fmla="*/ 679 w 864"/>
                <a:gd name="T29" fmla="*/ 864 h 864"/>
                <a:gd name="T30" fmla="*/ 864 w 864"/>
                <a:gd name="T31" fmla="*/ 680 h 864"/>
                <a:gd name="T32" fmla="*/ 864 w 864"/>
                <a:gd name="T33" fmla="*/ 185 h 864"/>
                <a:gd name="T34" fmla="*/ 679 w 864"/>
                <a:gd name="T35" fmla="*/ 0 h 8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864" h="864">
                  <a:moveTo>
                    <a:pt x="679" y="48"/>
                  </a:moveTo>
                  <a:cubicBezTo>
                    <a:pt x="755" y="48"/>
                    <a:pt x="816" y="110"/>
                    <a:pt x="816" y="185"/>
                  </a:cubicBezTo>
                  <a:cubicBezTo>
                    <a:pt x="816" y="680"/>
                    <a:pt x="816" y="680"/>
                    <a:pt x="816" y="680"/>
                  </a:cubicBezTo>
                  <a:cubicBezTo>
                    <a:pt x="816" y="755"/>
                    <a:pt x="755" y="816"/>
                    <a:pt x="679" y="816"/>
                  </a:cubicBezTo>
                  <a:cubicBezTo>
                    <a:pt x="185" y="816"/>
                    <a:pt x="185" y="816"/>
                    <a:pt x="185" y="816"/>
                  </a:cubicBezTo>
                  <a:cubicBezTo>
                    <a:pt x="110" y="816"/>
                    <a:pt x="48" y="755"/>
                    <a:pt x="48" y="680"/>
                  </a:cubicBezTo>
                  <a:cubicBezTo>
                    <a:pt x="48" y="185"/>
                    <a:pt x="48" y="185"/>
                    <a:pt x="48" y="185"/>
                  </a:cubicBezTo>
                  <a:cubicBezTo>
                    <a:pt x="48" y="110"/>
                    <a:pt x="110" y="48"/>
                    <a:pt x="185" y="48"/>
                  </a:cubicBezTo>
                  <a:cubicBezTo>
                    <a:pt x="679" y="48"/>
                    <a:pt x="679" y="48"/>
                    <a:pt x="679" y="48"/>
                  </a:cubicBezTo>
                  <a:close/>
                  <a:moveTo>
                    <a:pt x="679" y="0"/>
                  </a:moveTo>
                  <a:cubicBezTo>
                    <a:pt x="185" y="0"/>
                    <a:pt x="185" y="0"/>
                    <a:pt x="185" y="0"/>
                  </a:cubicBezTo>
                  <a:cubicBezTo>
                    <a:pt x="83" y="0"/>
                    <a:pt x="0" y="84"/>
                    <a:pt x="0" y="185"/>
                  </a:cubicBezTo>
                  <a:cubicBezTo>
                    <a:pt x="0" y="680"/>
                    <a:pt x="0" y="680"/>
                    <a:pt x="0" y="680"/>
                  </a:cubicBezTo>
                  <a:cubicBezTo>
                    <a:pt x="0" y="781"/>
                    <a:pt x="83" y="864"/>
                    <a:pt x="185" y="864"/>
                  </a:cubicBezTo>
                  <a:cubicBezTo>
                    <a:pt x="679" y="864"/>
                    <a:pt x="679" y="864"/>
                    <a:pt x="679" y="864"/>
                  </a:cubicBezTo>
                  <a:cubicBezTo>
                    <a:pt x="781" y="864"/>
                    <a:pt x="864" y="781"/>
                    <a:pt x="864" y="680"/>
                  </a:cubicBezTo>
                  <a:cubicBezTo>
                    <a:pt x="864" y="185"/>
                    <a:pt x="864" y="185"/>
                    <a:pt x="864" y="185"/>
                  </a:cubicBezTo>
                  <a:cubicBezTo>
                    <a:pt x="864" y="84"/>
                    <a:pt x="781" y="0"/>
                    <a:pt x="679" y="0"/>
                  </a:cubicBezTo>
                  <a:close/>
                </a:path>
              </a:pathLst>
            </a:custGeom>
            <a:solidFill>
              <a:srgbClr val="314865"/>
            </a:solidFill>
            <a:ln>
              <a:noFill/>
            </a:ln>
            <a:effectLst>
              <a:outerShdw blurRad="63500" sx="102000" sy="102000" algn="ctr"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b="0" dirty="0">
                <a:solidFill>
                  <a:schemeClr val="bg2">
                    <a:lumMod val="50000"/>
                  </a:schemeClr>
                </a:solidFill>
                <a:latin typeface="Arial"/>
                <a:ea typeface="微软雅黑"/>
                <a:sym typeface="Arial"/>
              </a:endParaRPr>
            </a:p>
          </p:txBody>
        </p:sp>
        <p:sp>
          <p:nvSpPr>
            <p:cNvPr id="125" name="Title 20">
              <a:extLst>
                <a:ext uri="{FF2B5EF4-FFF2-40B4-BE49-F238E27FC236}">
                  <a16:creationId xmlns:a16="http://schemas.microsoft.com/office/drawing/2014/main" id="{661737B9-8859-490B-849E-49B262EDE5FB}"/>
                </a:ext>
              </a:extLst>
            </p:cNvPr>
            <p:cNvSpPr txBox="1">
              <a:spLocks/>
            </p:cNvSpPr>
            <p:nvPr/>
          </p:nvSpPr>
          <p:spPr bwMode="auto">
            <a:xfrm>
              <a:off x="8689534" y="3005141"/>
              <a:ext cx="1374065" cy="871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0" rIns="0" bIns="0" anchor="ctr">
              <a:spAutoFit/>
            </a:bodyPr>
            <a:lstStyle>
              <a:lvl1pPr defTabSz="457200">
                <a:defRPr sz="4300">
                  <a:solidFill>
                    <a:schemeClr val="tx1"/>
                  </a:solidFill>
                  <a:latin typeface="Calibri" panose="020F0502020204030204" pitchFamily="34" charset="0"/>
                  <a:ea typeface="MS PGothic" panose="020B0600070205080204" pitchFamily="34" charset="-128"/>
                </a:defRPr>
              </a:lvl1pPr>
              <a:lvl2pPr marL="742950" indent="-285750" defTabSz="457200">
                <a:defRPr sz="4300">
                  <a:solidFill>
                    <a:schemeClr val="tx1"/>
                  </a:solidFill>
                  <a:latin typeface="Calibri" panose="020F0502020204030204" pitchFamily="34" charset="0"/>
                  <a:ea typeface="MS PGothic" panose="020B0600070205080204" pitchFamily="34" charset="-128"/>
                </a:defRPr>
              </a:lvl2pPr>
              <a:lvl3pPr marL="1143000" indent="-228600" defTabSz="457200">
                <a:defRPr sz="4300">
                  <a:solidFill>
                    <a:schemeClr val="tx1"/>
                  </a:solidFill>
                  <a:latin typeface="Calibri" panose="020F0502020204030204" pitchFamily="34" charset="0"/>
                  <a:ea typeface="MS PGothic" panose="020B0600070205080204" pitchFamily="34" charset="-128"/>
                </a:defRPr>
              </a:lvl3pPr>
              <a:lvl4pPr marL="1600200" indent="-228600" defTabSz="457200">
                <a:defRPr sz="4300">
                  <a:solidFill>
                    <a:schemeClr val="tx1"/>
                  </a:solidFill>
                  <a:latin typeface="Calibri" panose="020F0502020204030204" pitchFamily="34" charset="0"/>
                  <a:ea typeface="MS PGothic" panose="020B0600070205080204" pitchFamily="34" charset="-128"/>
                </a:defRPr>
              </a:lvl4pPr>
              <a:lvl5pPr marL="2057400" indent="-228600" defTabSz="457200">
                <a:defRPr sz="4300">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9pPr>
            </a:lstStyle>
            <a:p>
              <a:pPr>
                <a:lnSpc>
                  <a:spcPct val="120000"/>
                </a:lnSpc>
              </a:pPr>
              <a:r>
                <a:rPr lang="zh-CN" altLang="en-US" sz="1400" b="0">
                  <a:solidFill>
                    <a:schemeClr val="bg2">
                      <a:lumMod val="50000"/>
                    </a:schemeClr>
                  </a:solidFill>
                  <a:latin typeface="Arial"/>
                  <a:ea typeface="微软雅黑"/>
                  <a:sym typeface="Arial"/>
                </a:rPr>
                <a:t>脚本语言。动态地修改网页内容和样式，增强网页的交互性和动态性。</a:t>
              </a:r>
              <a:endParaRPr lang="zh-CN" altLang="en-US" sz="1400" b="0" dirty="0">
                <a:solidFill>
                  <a:schemeClr val="bg2">
                    <a:lumMod val="50000"/>
                  </a:schemeClr>
                </a:solidFill>
                <a:latin typeface="Arial"/>
                <a:ea typeface="微软雅黑"/>
                <a:sym typeface="Arial"/>
              </a:endParaRPr>
            </a:p>
          </p:txBody>
        </p:sp>
      </p:grpSp>
      <p:grpSp>
        <p:nvGrpSpPr>
          <p:cNvPr id="126" name="组合 125">
            <a:extLst>
              <a:ext uri="{FF2B5EF4-FFF2-40B4-BE49-F238E27FC236}">
                <a16:creationId xmlns:a16="http://schemas.microsoft.com/office/drawing/2014/main" id="{60B36EB2-A0AB-4D64-99ED-0A9E065BB946}"/>
              </a:ext>
            </a:extLst>
          </p:cNvPr>
          <p:cNvGrpSpPr/>
          <p:nvPr/>
        </p:nvGrpSpPr>
        <p:grpSpPr>
          <a:xfrm>
            <a:off x="164616" y="178180"/>
            <a:ext cx="2804616" cy="368580"/>
            <a:chOff x="164616" y="178180"/>
            <a:chExt cx="2804616" cy="368580"/>
          </a:xfrm>
        </p:grpSpPr>
        <p:cxnSp>
          <p:nvCxnSpPr>
            <p:cNvPr id="127" name="直接连接符 126">
              <a:extLst>
                <a:ext uri="{FF2B5EF4-FFF2-40B4-BE49-F238E27FC236}">
                  <a16:creationId xmlns:a16="http://schemas.microsoft.com/office/drawing/2014/main" id="{0559F9A0-2CD5-41BC-9CB8-FFDDF7FA0DFE}"/>
                </a:ext>
              </a:extLst>
            </p:cNvPr>
            <p:cNvCxnSpPr>
              <a:cxnSpLocks/>
            </p:cNvCxnSpPr>
            <p:nvPr/>
          </p:nvCxnSpPr>
          <p:spPr>
            <a:xfrm flipV="1">
              <a:off x="164616" y="535956"/>
              <a:ext cx="2804616" cy="10804"/>
            </a:xfrm>
            <a:prstGeom prst="line">
              <a:avLst/>
            </a:prstGeom>
            <a:ln>
              <a:solidFill>
                <a:srgbClr val="314865"/>
              </a:solidFill>
            </a:ln>
          </p:spPr>
          <p:style>
            <a:lnRef idx="1">
              <a:schemeClr val="accent1"/>
            </a:lnRef>
            <a:fillRef idx="0">
              <a:schemeClr val="accent1"/>
            </a:fillRef>
            <a:effectRef idx="0">
              <a:schemeClr val="accent1"/>
            </a:effectRef>
            <a:fontRef idx="minor">
              <a:schemeClr val="tx1"/>
            </a:fontRef>
          </p:style>
        </p:cxnSp>
        <p:sp>
          <p:nvSpPr>
            <p:cNvPr id="128" name="文本框 127">
              <a:extLst>
                <a:ext uri="{FF2B5EF4-FFF2-40B4-BE49-F238E27FC236}">
                  <a16:creationId xmlns:a16="http://schemas.microsoft.com/office/drawing/2014/main" id="{D424E495-A91B-42B6-A9D3-FBD3E540A993}"/>
                </a:ext>
              </a:extLst>
            </p:cNvPr>
            <p:cNvSpPr txBox="1"/>
            <p:nvPr/>
          </p:nvSpPr>
          <p:spPr>
            <a:xfrm>
              <a:off x="534486" y="178180"/>
              <a:ext cx="2434746" cy="338554"/>
            </a:xfrm>
            <a:prstGeom prst="rect">
              <a:avLst/>
            </a:prstGeom>
            <a:noFill/>
          </p:spPr>
          <p:txBody>
            <a:bodyPr wrap="square" rtlCol="0">
              <a:spAutoFit/>
            </a:bodyPr>
            <a:lstStyle/>
            <a:p>
              <a:pPr algn="ctr"/>
              <a:r>
                <a:rPr lang="zh-CN" altLang="en-US" sz="1600" b="1" dirty="0">
                  <a:solidFill>
                    <a:srgbClr val="314865"/>
                  </a:solidFill>
                  <a:effectLst>
                    <a:innerShdw blurRad="63500" dist="50800" dir="13500000">
                      <a:prstClr val="black">
                        <a:alpha val="50000"/>
                      </a:prstClr>
                    </a:innerShdw>
                  </a:effectLst>
                  <a:latin typeface="Arial"/>
                  <a:ea typeface="微软雅黑"/>
                  <a:sym typeface="Arial"/>
                </a:rPr>
                <a:t>相关技术</a:t>
              </a:r>
            </a:p>
          </p:txBody>
        </p:sp>
        <p:sp>
          <p:nvSpPr>
            <p:cNvPr id="129" name="矩形 128">
              <a:extLst>
                <a:ext uri="{FF2B5EF4-FFF2-40B4-BE49-F238E27FC236}">
                  <a16:creationId xmlns:a16="http://schemas.microsoft.com/office/drawing/2014/main" id="{E7401106-3FBD-48F5-B1A8-691380D1D4D9}"/>
                </a:ext>
              </a:extLst>
            </p:cNvPr>
            <p:cNvSpPr/>
            <p:nvPr/>
          </p:nvSpPr>
          <p:spPr>
            <a:xfrm>
              <a:off x="164616" y="178180"/>
              <a:ext cx="47829" cy="284416"/>
            </a:xfrm>
            <a:prstGeom prst="rect">
              <a:avLst/>
            </a:prstGeom>
            <a:solidFill>
              <a:srgbClr val="314865"/>
            </a:solidFill>
            <a:ln>
              <a:solidFill>
                <a:srgbClr val="3148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
          <p:nvSpPr>
            <p:cNvPr id="130" name="矩形 129">
              <a:extLst>
                <a:ext uri="{FF2B5EF4-FFF2-40B4-BE49-F238E27FC236}">
                  <a16:creationId xmlns:a16="http://schemas.microsoft.com/office/drawing/2014/main" id="{85011ABE-2F31-4167-A1BD-761B696DFA97}"/>
                </a:ext>
              </a:extLst>
            </p:cNvPr>
            <p:cNvSpPr/>
            <p:nvPr/>
          </p:nvSpPr>
          <p:spPr>
            <a:xfrm>
              <a:off x="275779" y="252586"/>
              <a:ext cx="47828" cy="210010"/>
            </a:xfrm>
            <a:prstGeom prst="rect">
              <a:avLst/>
            </a:prstGeom>
            <a:solidFill>
              <a:srgbClr val="314865"/>
            </a:solidFill>
            <a:ln>
              <a:solidFill>
                <a:srgbClr val="3148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
          <p:nvSpPr>
            <p:cNvPr id="131" name="矩形 130">
              <a:extLst>
                <a:ext uri="{FF2B5EF4-FFF2-40B4-BE49-F238E27FC236}">
                  <a16:creationId xmlns:a16="http://schemas.microsoft.com/office/drawing/2014/main" id="{05123318-F587-4F4A-8E89-FC852C393D4C}"/>
                </a:ext>
              </a:extLst>
            </p:cNvPr>
            <p:cNvSpPr/>
            <p:nvPr/>
          </p:nvSpPr>
          <p:spPr>
            <a:xfrm flipH="1">
              <a:off x="377808" y="320388"/>
              <a:ext cx="47827" cy="142208"/>
            </a:xfrm>
            <a:prstGeom prst="rect">
              <a:avLst/>
            </a:prstGeom>
            <a:solidFill>
              <a:srgbClr val="314865"/>
            </a:solidFill>
            <a:ln>
              <a:solidFill>
                <a:srgbClr val="3148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grpSp>
    </p:spTree>
    <p:extLst>
      <p:ext uri="{BB962C8B-B14F-4D97-AF65-F5344CB8AC3E}">
        <p14:creationId xmlns:p14="http://schemas.microsoft.com/office/powerpoint/2010/main" val="306516152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after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randombar(horizontal)">
                                      <p:cBhvr>
                                        <p:cTn id="7" dur="500"/>
                                        <p:tgtEl>
                                          <p:spTgt spid="105"/>
                                        </p:tgtEl>
                                      </p:cBhvr>
                                    </p:animEffect>
                                  </p:childTnLst>
                                </p:cTn>
                              </p:par>
                            </p:childTnLst>
                          </p:cTn>
                        </p:par>
                        <p:par>
                          <p:cTn id="8" fill="hold">
                            <p:stCondLst>
                              <p:cond delay="500"/>
                            </p:stCondLst>
                            <p:childTnLst>
                              <p:par>
                                <p:cTn id="9" presetID="14" presetClass="entr" presetSubtype="10" fill="hold" nodeType="afterEffect">
                                  <p:stCondLst>
                                    <p:cond delay="0"/>
                                  </p:stCondLst>
                                  <p:childTnLst>
                                    <p:set>
                                      <p:cBhvr>
                                        <p:cTn id="10" dur="1" fill="hold">
                                          <p:stCondLst>
                                            <p:cond delay="0"/>
                                          </p:stCondLst>
                                        </p:cTn>
                                        <p:tgtEl>
                                          <p:spTgt spid="110"/>
                                        </p:tgtEl>
                                        <p:attrNameLst>
                                          <p:attrName>style.visibility</p:attrName>
                                        </p:attrNameLst>
                                      </p:cBhvr>
                                      <p:to>
                                        <p:strVal val="visible"/>
                                      </p:to>
                                    </p:set>
                                    <p:animEffect transition="in" filter="randombar(horizontal)">
                                      <p:cBhvr>
                                        <p:cTn id="11" dur="500"/>
                                        <p:tgtEl>
                                          <p:spTgt spid="110"/>
                                        </p:tgtEl>
                                      </p:cBhvr>
                                    </p:animEffect>
                                  </p:childTnLst>
                                </p:cTn>
                              </p:par>
                            </p:childTnLst>
                          </p:cTn>
                        </p:par>
                        <p:par>
                          <p:cTn id="12" fill="hold">
                            <p:stCondLst>
                              <p:cond delay="1000"/>
                            </p:stCondLst>
                            <p:childTnLst>
                              <p:par>
                                <p:cTn id="13" presetID="14" presetClass="entr" presetSubtype="10" fill="hold" nodeType="afterEffect">
                                  <p:stCondLst>
                                    <p:cond delay="0"/>
                                  </p:stCondLst>
                                  <p:childTnLst>
                                    <p:set>
                                      <p:cBhvr>
                                        <p:cTn id="14" dur="1" fill="hold">
                                          <p:stCondLst>
                                            <p:cond delay="0"/>
                                          </p:stCondLst>
                                        </p:cTn>
                                        <p:tgtEl>
                                          <p:spTgt spid="115"/>
                                        </p:tgtEl>
                                        <p:attrNameLst>
                                          <p:attrName>style.visibility</p:attrName>
                                        </p:attrNameLst>
                                      </p:cBhvr>
                                      <p:to>
                                        <p:strVal val="visible"/>
                                      </p:to>
                                    </p:set>
                                    <p:animEffect transition="in" filter="randombar(horizontal)">
                                      <p:cBhvr>
                                        <p:cTn id="15" dur="500"/>
                                        <p:tgtEl>
                                          <p:spTgt spid="115"/>
                                        </p:tgtEl>
                                      </p:cBhvr>
                                    </p:animEffect>
                                  </p:childTnLst>
                                </p:cTn>
                              </p:par>
                            </p:childTnLst>
                          </p:cTn>
                        </p:par>
                        <p:par>
                          <p:cTn id="16" fill="hold">
                            <p:stCondLst>
                              <p:cond delay="1500"/>
                            </p:stCondLst>
                            <p:childTnLst>
                              <p:par>
                                <p:cTn id="17" presetID="14" presetClass="entr" presetSubtype="10" fill="hold" nodeType="afterEffect">
                                  <p:stCondLst>
                                    <p:cond delay="0"/>
                                  </p:stCondLst>
                                  <p:childTnLst>
                                    <p:set>
                                      <p:cBhvr>
                                        <p:cTn id="18" dur="1" fill="hold">
                                          <p:stCondLst>
                                            <p:cond delay="0"/>
                                          </p:stCondLst>
                                        </p:cTn>
                                        <p:tgtEl>
                                          <p:spTgt spid="121"/>
                                        </p:tgtEl>
                                        <p:attrNameLst>
                                          <p:attrName>style.visibility</p:attrName>
                                        </p:attrNameLst>
                                      </p:cBhvr>
                                      <p:to>
                                        <p:strVal val="visible"/>
                                      </p:to>
                                    </p:set>
                                    <p:animEffect transition="in" filter="randombar(horizontal)">
                                      <p:cBhvr>
                                        <p:cTn id="19" dur="500"/>
                                        <p:tgtEl>
                                          <p:spTgt spid="1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文本框 2"/>
          <p:cNvSpPr txBox="1">
            <a:spLocks noChangeArrowheads="1"/>
          </p:cNvSpPr>
          <p:nvPr>
            <p:custDataLst>
              <p:tags r:id="rId1"/>
            </p:custDataLst>
          </p:nvPr>
        </p:nvSpPr>
        <p:spPr bwMode="auto">
          <a:xfrm>
            <a:off x="1056625" y="2193837"/>
            <a:ext cx="2247543" cy="2246769"/>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r" eaLnBrk="1" hangingPunct="1"/>
            <a:r>
              <a:rPr lang="en-US" altLang="zh-CN" sz="14600" b="1" dirty="0">
                <a:solidFill>
                  <a:srgbClr val="314865"/>
                </a:solidFill>
                <a:latin typeface="Arial"/>
                <a:ea typeface="微软雅黑"/>
                <a:cs typeface="Times New Roman" panose="02020603050405020304" pitchFamily="18" charset="0"/>
                <a:sym typeface="Arial"/>
              </a:rPr>
              <a:t>02</a:t>
            </a:r>
            <a:endParaRPr lang="zh-CN" altLang="en-US" sz="14600" b="1" dirty="0">
              <a:solidFill>
                <a:srgbClr val="314865"/>
              </a:solidFill>
              <a:latin typeface="Arial"/>
              <a:ea typeface="微软雅黑"/>
              <a:cs typeface="Times New Roman" panose="02020603050405020304" pitchFamily="18" charset="0"/>
              <a:sym typeface="Arial"/>
            </a:endParaRPr>
          </a:p>
        </p:txBody>
      </p:sp>
      <p:cxnSp>
        <p:nvCxnSpPr>
          <p:cNvPr id="30" name="直接连接符 29"/>
          <p:cNvCxnSpPr>
            <a:cxnSpLocks/>
          </p:cNvCxnSpPr>
          <p:nvPr>
            <p:custDataLst>
              <p:tags r:id="rId2"/>
            </p:custDataLst>
          </p:nvPr>
        </p:nvCxnSpPr>
        <p:spPr>
          <a:xfrm>
            <a:off x="4269095" y="3974767"/>
            <a:ext cx="7186590" cy="0"/>
          </a:xfrm>
          <a:prstGeom prst="line">
            <a:avLst/>
          </a:prstGeom>
          <a:ln w="12700">
            <a:solidFill>
              <a:schemeClr val="tx1">
                <a:lumMod val="20000"/>
                <a:lumOff val="80000"/>
              </a:schemeClr>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32" name="矩形 31"/>
          <p:cNvSpPr/>
          <p:nvPr/>
        </p:nvSpPr>
        <p:spPr>
          <a:xfrm>
            <a:off x="4269095" y="2643919"/>
            <a:ext cx="7186590" cy="1015663"/>
          </a:xfrm>
          <a:prstGeom prst="rect">
            <a:avLst/>
          </a:prstGeom>
        </p:spPr>
        <p:txBody>
          <a:bodyPr wrap="square" lIns="0" tIns="0" rIns="0" bIns="0">
            <a:spAutoFit/>
          </a:bodyPr>
          <a:lstStyle/>
          <a:p>
            <a:pPr algn="ctr">
              <a:spcBef>
                <a:spcPct val="20000"/>
              </a:spcBef>
              <a:buClr>
                <a:schemeClr val="hlink"/>
              </a:buClr>
              <a:buSzPct val="65000"/>
            </a:pPr>
            <a:r>
              <a:rPr lang="zh-CN" altLang="en-US" sz="6600" b="1" dirty="0">
                <a:solidFill>
                  <a:srgbClr val="314865"/>
                </a:solidFill>
                <a:effectLst>
                  <a:innerShdw blurRad="63500" dist="50800" dir="13500000">
                    <a:prstClr val="black">
                      <a:alpha val="50000"/>
                    </a:prstClr>
                  </a:innerShdw>
                </a:effectLst>
                <a:latin typeface="Arial"/>
                <a:ea typeface="微软雅黑"/>
                <a:sym typeface="Arial"/>
              </a:rPr>
              <a:t>需求分析</a:t>
            </a:r>
          </a:p>
        </p:txBody>
      </p:sp>
      <p:grpSp>
        <p:nvGrpSpPr>
          <p:cNvPr id="18" name="组合 17">
            <a:extLst>
              <a:ext uri="{FF2B5EF4-FFF2-40B4-BE49-F238E27FC236}">
                <a16:creationId xmlns:a16="http://schemas.microsoft.com/office/drawing/2014/main" id="{1C01247D-0162-49DD-86DF-3BC7B90EA4BC}"/>
              </a:ext>
            </a:extLst>
          </p:cNvPr>
          <p:cNvGrpSpPr/>
          <p:nvPr/>
        </p:nvGrpSpPr>
        <p:grpSpPr>
          <a:xfrm>
            <a:off x="7781759" y="937931"/>
            <a:ext cx="2758272" cy="837788"/>
            <a:chOff x="4602145" y="211015"/>
            <a:chExt cx="2758272" cy="837788"/>
          </a:xfrm>
        </p:grpSpPr>
        <p:sp>
          <p:nvSpPr>
            <p:cNvPr id="20" name="流程图: 终止 19">
              <a:extLst>
                <a:ext uri="{FF2B5EF4-FFF2-40B4-BE49-F238E27FC236}">
                  <a16:creationId xmlns:a16="http://schemas.microsoft.com/office/drawing/2014/main" id="{996E1BFB-125C-45F3-AEC3-86319D368C23}"/>
                </a:ext>
              </a:extLst>
            </p:cNvPr>
            <p:cNvSpPr/>
            <p:nvPr/>
          </p:nvSpPr>
          <p:spPr>
            <a:xfrm>
              <a:off x="5521569" y="566482"/>
              <a:ext cx="1838848" cy="482321"/>
            </a:xfrm>
            <a:prstGeom prst="flowChartTerminator">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
          <p:nvSpPr>
            <p:cNvPr id="22" name="流程图: 终止 21">
              <a:extLst>
                <a:ext uri="{FF2B5EF4-FFF2-40B4-BE49-F238E27FC236}">
                  <a16:creationId xmlns:a16="http://schemas.microsoft.com/office/drawing/2014/main" id="{DEEDD79F-D6D2-4A19-A4F3-9B156BA42CB8}"/>
                </a:ext>
              </a:extLst>
            </p:cNvPr>
            <p:cNvSpPr/>
            <p:nvPr/>
          </p:nvSpPr>
          <p:spPr>
            <a:xfrm>
              <a:off x="4602145" y="211015"/>
              <a:ext cx="1838848" cy="482321"/>
            </a:xfrm>
            <a:prstGeom prst="flowChartTerminator">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
          <p:nvSpPr>
            <p:cNvPr id="23" name="流程图: 终止 22">
              <a:extLst>
                <a:ext uri="{FF2B5EF4-FFF2-40B4-BE49-F238E27FC236}">
                  <a16:creationId xmlns:a16="http://schemas.microsoft.com/office/drawing/2014/main" id="{5C74AD11-2929-4A85-9085-AB225DDC1B5C}"/>
                </a:ext>
              </a:extLst>
            </p:cNvPr>
            <p:cNvSpPr/>
            <p:nvPr/>
          </p:nvSpPr>
          <p:spPr>
            <a:xfrm>
              <a:off x="5521569" y="526200"/>
              <a:ext cx="1838848" cy="482321"/>
            </a:xfrm>
            <a:prstGeom prst="flowChartTermina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grpSp>
      <p:sp>
        <p:nvSpPr>
          <p:cNvPr id="24" name="矩形 23">
            <a:extLst>
              <a:ext uri="{FF2B5EF4-FFF2-40B4-BE49-F238E27FC236}">
                <a16:creationId xmlns:a16="http://schemas.microsoft.com/office/drawing/2014/main" id="{C73ADF1F-38EF-435B-AFE8-407670BA2596}"/>
              </a:ext>
            </a:extLst>
          </p:cNvPr>
          <p:cNvSpPr/>
          <p:nvPr/>
        </p:nvSpPr>
        <p:spPr>
          <a:xfrm>
            <a:off x="1056625" y="-1"/>
            <a:ext cx="2247543" cy="1775719"/>
          </a:xfrm>
          <a:prstGeom prst="rect">
            <a:avLst/>
          </a:prstGeom>
          <a:solidFill>
            <a:srgbClr val="3148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
        <p:nvSpPr>
          <p:cNvPr id="25" name="矩形 24">
            <a:extLst>
              <a:ext uri="{FF2B5EF4-FFF2-40B4-BE49-F238E27FC236}">
                <a16:creationId xmlns:a16="http://schemas.microsoft.com/office/drawing/2014/main" id="{65033491-2A2E-4558-B98A-7C1EC7A94119}"/>
              </a:ext>
            </a:extLst>
          </p:cNvPr>
          <p:cNvSpPr/>
          <p:nvPr/>
        </p:nvSpPr>
        <p:spPr>
          <a:xfrm>
            <a:off x="1056625" y="4913832"/>
            <a:ext cx="2247543" cy="1944168"/>
          </a:xfrm>
          <a:prstGeom prst="rect">
            <a:avLst/>
          </a:prstGeom>
          <a:solidFill>
            <a:srgbClr val="3148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Tree>
    <p:extLst>
      <p:ext uri="{BB962C8B-B14F-4D97-AF65-F5344CB8AC3E}">
        <p14:creationId xmlns:p14="http://schemas.microsoft.com/office/powerpoint/2010/main" val="139473976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500" fill="hold"/>
                                            <p:tgtEl>
                                              <p:spTgt spid="24"/>
                                            </p:tgtEl>
                                            <p:attrNameLst>
                                              <p:attrName>ppt_x</p:attrName>
                                            </p:attrNameLst>
                                          </p:cBhvr>
                                          <p:tavLst>
                                            <p:tav tm="0">
                                              <p:val>
                                                <p:strVal val="#ppt_x"/>
                                              </p:val>
                                            </p:tav>
                                            <p:tav tm="100000">
                                              <p:val>
                                                <p:strVal val="#ppt_x"/>
                                              </p:val>
                                            </p:tav>
                                          </p:tavLst>
                                        </p:anim>
                                        <p:anim calcmode="lin" valueType="num">
                                          <p:cBhvr additive="base">
                                            <p:cTn id="8" dur="500" fill="hold"/>
                                            <p:tgtEl>
                                              <p:spTgt spid="24"/>
                                            </p:tgtEl>
                                            <p:attrNameLst>
                                              <p:attrName>ppt_y</p:attrName>
                                            </p:attrNameLst>
                                          </p:cBhvr>
                                          <p:tavLst>
                                            <p:tav tm="0">
                                              <p:val>
                                                <p:strVal val="0-#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5"/>
                                            </p:tgtEl>
                                            <p:attrNameLst>
                                              <p:attrName>style.visibility</p:attrName>
                                            </p:attrNameLst>
                                          </p:cBhvr>
                                          <p:to>
                                            <p:strVal val="visible"/>
                                          </p:to>
                                        </p:set>
                                        <p:anim calcmode="lin" valueType="num">
                                          <p:cBhvr additive="base">
                                            <p:cTn id="11" dur="500" fill="hold"/>
                                            <p:tgtEl>
                                              <p:spTgt spid="25"/>
                                            </p:tgtEl>
                                            <p:attrNameLst>
                                              <p:attrName>ppt_x</p:attrName>
                                            </p:attrNameLst>
                                          </p:cBhvr>
                                          <p:tavLst>
                                            <p:tav tm="0">
                                              <p:val>
                                                <p:strVal val="#ppt_x"/>
                                              </p:val>
                                            </p:tav>
                                            <p:tav tm="100000">
                                              <p:val>
                                                <p:strVal val="#ppt_x"/>
                                              </p:val>
                                            </p:tav>
                                          </p:tavLst>
                                        </p:anim>
                                        <p:anim calcmode="lin" valueType="num">
                                          <p:cBhvr additive="base">
                                            <p:cTn id="12" dur="500" fill="hold"/>
                                            <p:tgtEl>
                                              <p:spTgt spid="25"/>
                                            </p:tgtEl>
                                            <p:attrNameLst>
                                              <p:attrName>ppt_y</p:attrName>
                                            </p:attrNameLst>
                                          </p:cBhvr>
                                          <p:tavLst>
                                            <p:tav tm="0">
                                              <p:val>
                                                <p:strVal val="1+#ppt_h/2"/>
                                              </p:val>
                                            </p:tav>
                                            <p:tav tm="100000">
                                              <p:val>
                                                <p:strVal val="#ppt_y"/>
                                              </p:val>
                                            </p:tav>
                                          </p:tavLst>
                                        </p:anim>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26"/>
                                            </p:tgtEl>
                                            <p:attrNameLst>
                                              <p:attrName>style.visibility</p:attrName>
                                            </p:attrNameLst>
                                          </p:cBhvr>
                                          <p:to>
                                            <p:strVal val="visible"/>
                                          </p:to>
                                        </p:set>
                                        <p:animEffect transition="in" filter="fade">
                                          <p:cBhvr>
                                            <p:cTn id="16" dur="500"/>
                                            <p:tgtEl>
                                              <p:spTgt spid="26"/>
                                            </p:tgtEl>
                                          </p:cBhvr>
                                        </p:animEffect>
                                      </p:childTnLst>
                                    </p:cTn>
                                  </p:par>
                                </p:childTnLst>
                              </p:cTn>
                            </p:par>
                            <p:par>
                              <p:cTn id="17" fill="hold">
                                <p:stCondLst>
                                  <p:cond delay="1000"/>
                                </p:stCondLst>
                                <p:childTnLst>
                                  <p:par>
                                    <p:cTn id="18" presetID="2" presetClass="entr" presetSubtype="2" fill="hold" nodeType="afterEffect" p14:presetBounceEnd="60000">
                                      <p:stCondLst>
                                        <p:cond delay="0"/>
                                      </p:stCondLst>
                                      <p:childTnLst>
                                        <p:set>
                                          <p:cBhvr>
                                            <p:cTn id="19" dur="1" fill="hold">
                                              <p:stCondLst>
                                                <p:cond delay="0"/>
                                              </p:stCondLst>
                                            </p:cTn>
                                            <p:tgtEl>
                                              <p:spTgt spid="18"/>
                                            </p:tgtEl>
                                            <p:attrNameLst>
                                              <p:attrName>style.visibility</p:attrName>
                                            </p:attrNameLst>
                                          </p:cBhvr>
                                          <p:to>
                                            <p:strVal val="visible"/>
                                          </p:to>
                                        </p:set>
                                        <p:anim calcmode="lin" valueType="num" p14:bounceEnd="60000">
                                          <p:cBhvr additive="base">
                                            <p:cTn id="20" dur="500" fill="hold"/>
                                            <p:tgtEl>
                                              <p:spTgt spid="18"/>
                                            </p:tgtEl>
                                            <p:attrNameLst>
                                              <p:attrName>ppt_x</p:attrName>
                                            </p:attrNameLst>
                                          </p:cBhvr>
                                          <p:tavLst>
                                            <p:tav tm="0">
                                              <p:val>
                                                <p:strVal val="1+#ppt_w/2"/>
                                              </p:val>
                                            </p:tav>
                                            <p:tav tm="100000">
                                              <p:val>
                                                <p:strVal val="#ppt_x"/>
                                              </p:val>
                                            </p:tav>
                                          </p:tavLst>
                                        </p:anim>
                                        <p:anim calcmode="lin" valueType="num" p14:bounceEnd="60000">
                                          <p:cBhvr additive="base">
                                            <p:cTn id="21" dur="500" fill="hold"/>
                                            <p:tgtEl>
                                              <p:spTgt spid="18"/>
                                            </p:tgtEl>
                                            <p:attrNameLst>
                                              <p:attrName>ppt_y</p:attrName>
                                            </p:attrNameLst>
                                          </p:cBhvr>
                                          <p:tavLst>
                                            <p:tav tm="0">
                                              <p:val>
                                                <p:strVal val="#ppt_y"/>
                                              </p:val>
                                            </p:tav>
                                            <p:tav tm="100000">
                                              <p:val>
                                                <p:strVal val="#ppt_y"/>
                                              </p:val>
                                            </p:tav>
                                          </p:tavLst>
                                        </p:anim>
                                      </p:childTnLst>
                                    </p:cTn>
                                  </p:par>
                                </p:childTnLst>
                              </p:cTn>
                            </p:par>
                            <p:par>
                              <p:cTn id="22" fill="hold">
                                <p:stCondLst>
                                  <p:cond delay="1500"/>
                                </p:stCondLst>
                                <p:childTnLst>
                                  <p:par>
                                    <p:cTn id="23" presetID="2" presetClass="entr" presetSubtype="1" fill="hold" grpId="0" nodeType="afterEffect">
                                      <p:stCondLst>
                                        <p:cond delay="0"/>
                                      </p:stCondLst>
                                      <p:childTnLst>
                                        <p:set>
                                          <p:cBhvr>
                                            <p:cTn id="24" dur="1" fill="hold">
                                              <p:stCondLst>
                                                <p:cond delay="0"/>
                                              </p:stCondLst>
                                            </p:cTn>
                                            <p:tgtEl>
                                              <p:spTgt spid="32"/>
                                            </p:tgtEl>
                                            <p:attrNameLst>
                                              <p:attrName>style.visibility</p:attrName>
                                            </p:attrNameLst>
                                          </p:cBhvr>
                                          <p:to>
                                            <p:strVal val="visible"/>
                                          </p:to>
                                        </p:set>
                                        <p:anim calcmode="lin" valueType="num">
                                          <p:cBhvr additive="base">
                                            <p:cTn id="25" dur="500" fill="hold"/>
                                            <p:tgtEl>
                                              <p:spTgt spid="32"/>
                                            </p:tgtEl>
                                            <p:attrNameLst>
                                              <p:attrName>ppt_x</p:attrName>
                                            </p:attrNameLst>
                                          </p:cBhvr>
                                          <p:tavLst>
                                            <p:tav tm="0">
                                              <p:val>
                                                <p:strVal val="#ppt_x"/>
                                              </p:val>
                                            </p:tav>
                                            <p:tav tm="100000">
                                              <p:val>
                                                <p:strVal val="#ppt_x"/>
                                              </p:val>
                                            </p:tav>
                                          </p:tavLst>
                                        </p:anim>
                                        <p:anim calcmode="lin" valueType="num">
                                          <p:cBhvr additive="base">
                                            <p:cTn id="26" dur="500" fill="hold"/>
                                            <p:tgtEl>
                                              <p:spTgt spid="32"/>
                                            </p:tgtEl>
                                            <p:attrNameLst>
                                              <p:attrName>ppt_y</p:attrName>
                                            </p:attrNameLst>
                                          </p:cBhvr>
                                          <p:tavLst>
                                            <p:tav tm="0">
                                              <p:val>
                                                <p:strVal val="0-#ppt_h/2"/>
                                              </p:val>
                                            </p:tav>
                                            <p:tav tm="100000">
                                              <p:val>
                                                <p:strVal val="#ppt_y"/>
                                              </p:val>
                                            </p:tav>
                                          </p:tavLst>
                                        </p:anim>
                                      </p:childTnLst>
                                    </p:cTn>
                                  </p:par>
                                </p:childTnLst>
                              </p:cTn>
                            </p:par>
                            <p:par>
                              <p:cTn id="27" fill="hold">
                                <p:stCondLst>
                                  <p:cond delay="2000"/>
                                </p:stCondLst>
                                <p:childTnLst>
                                  <p:par>
                                    <p:cTn id="28" presetID="16" presetClass="entr" presetSubtype="21" fill="hold" nodeType="afterEffect">
                                      <p:stCondLst>
                                        <p:cond delay="0"/>
                                      </p:stCondLst>
                                      <p:childTnLst>
                                        <p:set>
                                          <p:cBhvr>
                                            <p:cTn id="29" dur="1" fill="hold">
                                              <p:stCondLst>
                                                <p:cond delay="0"/>
                                              </p:stCondLst>
                                            </p:cTn>
                                            <p:tgtEl>
                                              <p:spTgt spid="30"/>
                                            </p:tgtEl>
                                            <p:attrNameLst>
                                              <p:attrName>style.visibility</p:attrName>
                                            </p:attrNameLst>
                                          </p:cBhvr>
                                          <p:to>
                                            <p:strVal val="visible"/>
                                          </p:to>
                                        </p:set>
                                        <p:animEffect transition="in" filter="barn(inVertical)">
                                          <p:cBhvr>
                                            <p:cTn id="30"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32" grpId="0"/>
          <p:bldP spid="24" grpId="0" animBg="1"/>
          <p:bldP spid="25"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500" fill="hold"/>
                                            <p:tgtEl>
                                              <p:spTgt spid="24"/>
                                            </p:tgtEl>
                                            <p:attrNameLst>
                                              <p:attrName>ppt_x</p:attrName>
                                            </p:attrNameLst>
                                          </p:cBhvr>
                                          <p:tavLst>
                                            <p:tav tm="0">
                                              <p:val>
                                                <p:strVal val="#ppt_x"/>
                                              </p:val>
                                            </p:tav>
                                            <p:tav tm="100000">
                                              <p:val>
                                                <p:strVal val="#ppt_x"/>
                                              </p:val>
                                            </p:tav>
                                          </p:tavLst>
                                        </p:anim>
                                        <p:anim calcmode="lin" valueType="num">
                                          <p:cBhvr additive="base">
                                            <p:cTn id="8" dur="500" fill="hold"/>
                                            <p:tgtEl>
                                              <p:spTgt spid="24"/>
                                            </p:tgtEl>
                                            <p:attrNameLst>
                                              <p:attrName>ppt_y</p:attrName>
                                            </p:attrNameLst>
                                          </p:cBhvr>
                                          <p:tavLst>
                                            <p:tav tm="0">
                                              <p:val>
                                                <p:strVal val="0-#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5"/>
                                            </p:tgtEl>
                                            <p:attrNameLst>
                                              <p:attrName>style.visibility</p:attrName>
                                            </p:attrNameLst>
                                          </p:cBhvr>
                                          <p:to>
                                            <p:strVal val="visible"/>
                                          </p:to>
                                        </p:set>
                                        <p:anim calcmode="lin" valueType="num">
                                          <p:cBhvr additive="base">
                                            <p:cTn id="11" dur="500" fill="hold"/>
                                            <p:tgtEl>
                                              <p:spTgt spid="25"/>
                                            </p:tgtEl>
                                            <p:attrNameLst>
                                              <p:attrName>ppt_x</p:attrName>
                                            </p:attrNameLst>
                                          </p:cBhvr>
                                          <p:tavLst>
                                            <p:tav tm="0">
                                              <p:val>
                                                <p:strVal val="#ppt_x"/>
                                              </p:val>
                                            </p:tav>
                                            <p:tav tm="100000">
                                              <p:val>
                                                <p:strVal val="#ppt_x"/>
                                              </p:val>
                                            </p:tav>
                                          </p:tavLst>
                                        </p:anim>
                                        <p:anim calcmode="lin" valueType="num">
                                          <p:cBhvr additive="base">
                                            <p:cTn id="12" dur="500" fill="hold"/>
                                            <p:tgtEl>
                                              <p:spTgt spid="25"/>
                                            </p:tgtEl>
                                            <p:attrNameLst>
                                              <p:attrName>ppt_y</p:attrName>
                                            </p:attrNameLst>
                                          </p:cBhvr>
                                          <p:tavLst>
                                            <p:tav tm="0">
                                              <p:val>
                                                <p:strVal val="1+#ppt_h/2"/>
                                              </p:val>
                                            </p:tav>
                                            <p:tav tm="100000">
                                              <p:val>
                                                <p:strVal val="#ppt_y"/>
                                              </p:val>
                                            </p:tav>
                                          </p:tavLst>
                                        </p:anim>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26"/>
                                            </p:tgtEl>
                                            <p:attrNameLst>
                                              <p:attrName>style.visibility</p:attrName>
                                            </p:attrNameLst>
                                          </p:cBhvr>
                                          <p:to>
                                            <p:strVal val="visible"/>
                                          </p:to>
                                        </p:set>
                                        <p:animEffect transition="in" filter="fade">
                                          <p:cBhvr>
                                            <p:cTn id="16" dur="500"/>
                                            <p:tgtEl>
                                              <p:spTgt spid="26"/>
                                            </p:tgtEl>
                                          </p:cBhvr>
                                        </p:animEffect>
                                      </p:childTnLst>
                                    </p:cTn>
                                  </p:par>
                                </p:childTnLst>
                              </p:cTn>
                            </p:par>
                            <p:par>
                              <p:cTn id="17" fill="hold">
                                <p:stCondLst>
                                  <p:cond delay="1000"/>
                                </p:stCondLst>
                                <p:childTnLst>
                                  <p:par>
                                    <p:cTn id="18" presetID="2" presetClass="entr" presetSubtype="2" fill="hold" nodeType="afterEffect">
                                      <p:stCondLst>
                                        <p:cond delay="0"/>
                                      </p:stCondLst>
                                      <p:childTnLst>
                                        <p:set>
                                          <p:cBhvr>
                                            <p:cTn id="19" dur="1" fill="hold">
                                              <p:stCondLst>
                                                <p:cond delay="0"/>
                                              </p:stCondLst>
                                            </p:cTn>
                                            <p:tgtEl>
                                              <p:spTgt spid="18"/>
                                            </p:tgtEl>
                                            <p:attrNameLst>
                                              <p:attrName>style.visibility</p:attrName>
                                            </p:attrNameLst>
                                          </p:cBhvr>
                                          <p:to>
                                            <p:strVal val="visible"/>
                                          </p:to>
                                        </p:set>
                                        <p:anim calcmode="lin" valueType="num">
                                          <p:cBhvr additive="base">
                                            <p:cTn id="20" dur="500" fill="hold"/>
                                            <p:tgtEl>
                                              <p:spTgt spid="18"/>
                                            </p:tgtEl>
                                            <p:attrNameLst>
                                              <p:attrName>ppt_x</p:attrName>
                                            </p:attrNameLst>
                                          </p:cBhvr>
                                          <p:tavLst>
                                            <p:tav tm="0">
                                              <p:val>
                                                <p:strVal val="1+#ppt_w/2"/>
                                              </p:val>
                                            </p:tav>
                                            <p:tav tm="100000">
                                              <p:val>
                                                <p:strVal val="#ppt_x"/>
                                              </p:val>
                                            </p:tav>
                                          </p:tavLst>
                                        </p:anim>
                                        <p:anim calcmode="lin" valueType="num">
                                          <p:cBhvr additive="base">
                                            <p:cTn id="21" dur="500" fill="hold"/>
                                            <p:tgtEl>
                                              <p:spTgt spid="18"/>
                                            </p:tgtEl>
                                            <p:attrNameLst>
                                              <p:attrName>ppt_y</p:attrName>
                                            </p:attrNameLst>
                                          </p:cBhvr>
                                          <p:tavLst>
                                            <p:tav tm="0">
                                              <p:val>
                                                <p:strVal val="#ppt_y"/>
                                              </p:val>
                                            </p:tav>
                                            <p:tav tm="100000">
                                              <p:val>
                                                <p:strVal val="#ppt_y"/>
                                              </p:val>
                                            </p:tav>
                                          </p:tavLst>
                                        </p:anim>
                                      </p:childTnLst>
                                    </p:cTn>
                                  </p:par>
                                </p:childTnLst>
                              </p:cTn>
                            </p:par>
                            <p:par>
                              <p:cTn id="22" fill="hold">
                                <p:stCondLst>
                                  <p:cond delay="1500"/>
                                </p:stCondLst>
                                <p:childTnLst>
                                  <p:par>
                                    <p:cTn id="23" presetID="2" presetClass="entr" presetSubtype="1" fill="hold" grpId="0" nodeType="afterEffect">
                                      <p:stCondLst>
                                        <p:cond delay="0"/>
                                      </p:stCondLst>
                                      <p:childTnLst>
                                        <p:set>
                                          <p:cBhvr>
                                            <p:cTn id="24" dur="1" fill="hold">
                                              <p:stCondLst>
                                                <p:cond delay="0"/>
                                              </p:stCondLst>
                                            </p:cTn>
                                            <p:tgtEl>
                                              <p:spTgt spid="32"/>
                                            </p:tgtEl>
                                            <p:attrNameLst>
                                              <p:attrName>style.visibility</p:attrName>
                                            </p:attrNameLst>
                                          </p:cBhvr>
                                          <p:to>
                                            <p:strVal val="visible"/>
                                          </p:to>
                                        </p:set>
                                        <p:anim calcmode="lin" valueType="num">
                                          <p:cBhvr additive="base">
                                            <p:cTn id="25" dur="500" fill="hold"/>
                                            <p:tgtEl>
                                              <p:spTgt spid="32"/>
                                            </p:tgtEl>
                                            <p:attrNameLst>
                                              <p:attrName>ppt_x</p:attrName>
                                            </p:attrNameLst>
                                          </p:cBhvr>
                                          <p:tavLst>
                                            <p:tav tm="0">
                                              <p:val>
                                                <p:strVal val="#ppt_x"/>
                                              </p:val>
                                            </p:tav>
                                            <p:tav tm="100000">
                                              <p:val>
                                                <p:strVal val="#ppt_x"/>
                                              </p:val>
                                            </p:tav>
                                          </p:tavLst>
                                        </p:anim>
                                        <p:anim calcmode="lin" valueType="num">
                                          <p:cBhvr additive="base">
                                            <p:cTn id="26" dur="500" fill="hold"/>
                                            <p:tgtEl>
                                              <p:spTgt spid="32"/>
                                            </p:tgtEl>
                                            <p:attrNameLst>
                                              <p:attrName>ppt_y</p:attrName>
                                            </p:attrNameLst>
                                          </p:cBhvr>
                                          <p:tavLst>
                                            <p:tav tm="0">
                                              <p:val>
                                                <p:strVal val="0-#ppt_h/2"/>
                                              </p:val>
                                            </p:tav>
                                            <p:tav tm="100000">
                                              <p:val>
                                                <p:strVal val="#ppt_y"/>
                                              </p:val>
                                            </p:tav>
                                          </p:tavLst>
                                        </p:anim>
                                      </p:childTnLst>
                                    </p:cTn>
                                  </p:par>
                                </p:childTnLst>
                              </p:cTn>
                            </p:par>
                            <p:par>
                              <p:cTn id="27" fill="hold">
                                <p:stCondLst>
                                  <p:cond delay="2000"/>
                                </p:stCondLst>
                                <p:childTnLst>
                                  <p:par>
                                    <p:cTn id="28" presetID="16" presetClass="entr" presetSubtype="21" fill="hold" nodeType="afterEffect">
                                      <p:stCondLst>
                                        <p:cond delay="0"/>
                                      </p:stCondLst>
                                      <p:childTnLst>
                                        <p:set>
                                          <p:cBhvr>
                                            <p:cTn id="29" dur="1" fill="hold">
                                              <p:stCondLst>
                                                <p:cond delay="0"/>
                                              </p:stCondLst>
                                            </p:cTn>
                                            <p:tgtEl>
                                              <p:spTgt spid="30"/>
                                            </p:tgtEl>
                                            <p:attrNameLst>
                                              <p:attrName>style.visibility</p:attrName>
                                            </p:attrNameLst>
                                          </p:cBhvr>
                                          <p:to>
                                            <p:strVal val="visible"/>
                                          </p:to>
                                        </p:set>
                                        <p:animEffect transition="in" filter="barn(inVertical)">
                                          <p:cBhvr>
                                            <p:cTn id="30"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32" grpId="0"/>
          <p:bldP spid="24" grpId="0" animBg="1"/>
          <p:bldP spid="25" grpId="0" animBg="1"/>
        </p:bldLst>
      </p:timing>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直接连接符 19"/>
          <p:cNvCxnSpPr/>
          <p:nvPr/>
        </p:nvCxnSpPr>
        <p:spPr>
          <a:xfrm>
            <a:off x="4875101" y="1911801"/>
            <a:ext cx="0" cy="718827"/>
          </a:xfrm>
          <a:prstGeom prst="line">
            <a:avLst/>
          </a:prstGeom>
          <a:ln w="285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21" name="文本框 24"/>
          <p:cNvSpPr txBox="1">
            <a:spLocks noChangeArrowheads="1"/>
          </p:cNvSpPr>
          <p:nvPr/>
        </p:nvSpPr>
        <p:spPr bwMode="auto">
          <a:xfrm>
            <a:off x="5002155" y="2093001"/>
            <a:ext cx="631996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lvl="0" eaLnBrk="0" hangingPunct="0"/>
            <a:r>
              <a:rPr lang="zh-CN" altLang="en-US" sz="1200">
                <a:solidFill>
                  <a:schemeClr val="bg2">
                    <a:lumMod val="50000"/>
                  </a:schemeClr>
                </a:solidFill>
                <a:latin typeface="Arial"/>
                <a:ea typeface="微软雅黑"/>
                <a:sym typeface="Arial"/>
              </a:rPr>
              <a:t>系统可行性分析是对计划实施的系统进行评估，确定其是否可行和可实施，包括技术可行性、经济可行性、操作可行性等方面的评估。</a:t>
            </a:r>
            <a:endParaRPr lang="zh-CN" altLang="en-US" dirty="0">
              <a:solidFill>
                <a:schemeClr val="bg2">
                  <a:lumMod val="50000"/>
                </a:schemeClr>
              </a:solidFill>
              <a:latin typeface="Arial"/>
              <a:ea typeface="微软雅黑"/>
              <a:sym typeface="Arial"/>
            </a:endParaRPr>
          </a:p>
        </p:txBody>
      </p:sp>
      <p:sp>
        <p:nvSpPr>
          <p:cNvPr id="22" name="文本框 37"/>
          <p:cNvSpPr txBox="1"/>
          <p:nvPr/>
        </p:nvSpPr>
        <p:spPr>
          <a:xfrm>
            <a:off x="5002157" y="1647449"/>
            <a:ext cx="3033695" cy="461665"/>
          </a:xfrm>
          <a:prstGeom prst="rect">
            <a:avLst/>
          </a:prstGeom>
          <a:noFill/>
        </p:spPr>
        <p:txBody>
          <a:bodyPr>
            <a:spAutoFit/>
          </a:bodyPr>
          <a:lstStyle/>
          <a:p>
            <a:r>
              <a:rPr lang="zh-CN" altLang="en-US" sz="2400" b="1" cap="all">
                <a:solidFill>
                  <a:srgbClr val="314865"/>
                </a:solidFill>
                <a:latin typeface="Arial"/>
                <a:ea typeface="微软雅黑"/>
                <a:sym typeface="Arial"/>
              </a:rPr>
              <a:t>可行性分析</a:t>
            </a:r>
            <a:endParaRPr lang="en-US" altLang="zh-CN" sz="2400" b="1" cap="all" dirty="0">
              <a:solidFill>
                <a:srgbClr val="314865"/>
              </a:solidFill>
              <a:latin typeface="Arial"/>
              <a:ea typeface="微软雅黑"/>
              <a:sym typeface="Arial"/>
            </a:endParaRPr>
          </a:p>
        </p:txBody>
      </p:sp>
      <p:grpSp>
        <p:nvGrpSpPr>
          <p:cNvPr id="23" name="组合 22"/>
          <p:cNvGrpSpPr/>
          <p:nvPr/>
        </p:nvGrpSpPr>
        <p:grpSpPr>
          <a:xfrm>
            <a:off x="4073107" y="1992926"/>
            <a:ext cx="556576" cy="556576"/>
            <a:chOff x="5747657" y="2305619"/>
            <a:chExt cx="556576" cy="556576"/>
          </a:xfrm>
        </p:grpSpPr>
        <p:sp>
          <p:nvSpPr>
            <p:cNvPr id="24" name="椭圆 26"/>
            <p:cNvSpPr/>
            <p:nvPr/>
          </p:nvSpPr>
          <p:spPr bwMode="auto">
            <a:xfrm>
              <a:off x="5747657" y="2305619"/>
              <a:ext cx="556576" cy="556576"/>
            </a:xfrm>
            <a:prstGeom prst="ellipse">
              <a:avLst/>
            </a:prstGeom>
            <a:solidFill>
              <a:srgbClr val="314865"/>
            </a:solidFill>
            <a:ln w="57150" cap="flat" cmpd="sng" algn="ctr">
              <a:solidFill>
                <a:schemeClr val="bg1"/>
              </a:solidFill>
              <a:prstDash val="solid"/>
            </a:ln>
            <a:effectLst>
              <a:outerShdw blurRad="381000" dist="127000" dir="2700000" algn="tl" rotWithShape="0">
                <a:prstClr val="black">
                  <a:alpha val="40000"/>
                </a:prstClr>
              </a:outerShdw>
            </a:effectLst>
          </p:spPr>
          <p:txBody>
            <a:bodyPr anchor="ctr"/>
            <a:lstStyle/>
            <a:p>
              <a:pPr algn="ctr" fontAlgn="auto">
                <a:lnSpc>
                  <a:spcPct val="130000"/>
                </a:lnSpc>
                <a:spcBef>
                  <a:spcPts val="0"/>
                </a:spcBef>
                <a:spcAft>
                  <a:spcPts val="0"/>
                </a:spcAft>
                <a:defRPr/>
              </a:pPr>
              <a:endParaRPr lang="en-US" sz="1200" kern="0">
                <a:solidFill>
                  <a:schemeClr val="tx1">
                    <a:lumMod val="50000"/>
                    <a:lumOff val="50000"/>
                  </a:schemeClr>
                </a:solidFill>
                <a:latin typeface="Arial"/>
                <a:ea typeface="微软雅黑"/>
                <a:sym typeface="Arial"/>
              </a:endParaRPr>
            </a:p>
          </p:txBody>
        </p:sp>
        <p:sp>
          <p:nvSpPr>
            <p:cNvPr id="25" name="燕尾形 24"/>
            <p:cNvSpPr/>
            <p:nvPr/>
          </p:nvSpPr>
          <p:spPr>
            <a:xfrm>
              <a:off x="5932500" y="2446897"/>
              <a:ext cx="186890" cy="274020"/>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Arial"/>
                <a:ea typeface="微软雅黑"/>
                <a:sym typeface="Arial"/>
              </a:endParaRPr>
            </a:p>
          </p:txBody>
        </p:sp>
      </p:grpSp>
      <p:cxnSp>
        <p:nvCxnSpPr>
          <p:cNvPr id="26" name="直接连接符 25"/>
          <p:cNvCxnSpPr/>
          <p:nvPr/>
        </p:nvCxnSpPr>
        <p:spPr>
          <a:xfrm>
            <a:off x="5354072" y="4932094"/>
            <a:ext cx="0" cy="718827"/>
          </a:xfrm>
          <a:prstGeom prst="line">
            <a:avLst/>
          </a:prstGeom>
          <a:ln w="285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27" name="文本框 48"/>
          <p:cNvSpPr txBox="1">
            <a:spLocks noChangeArrowheads="1"/>
          </p:cNvSpPr>
          <p:nvPr/>
        </p:nvSpPr>
        <p:spPr bwMode="auto">
          <a:xfrm>
            <a:off x="5481126" y="5113294"/>
            <a:ext cx="58409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lvl="0" eaLnBrk="0" hangingPunct="0"/>
            <a:r>
              <a:rPr lang="zh-CN" altLang="en-US" sz="1200">
                <a:solidFill>
                  <a:schemeClr val="bg2">
                    <a:lumMod val="50000"/>
                  </a:schemeClr>
                </a:solidFill>
                <a:latin typeface="Arial"/>
                <a:ea typeface="微软雅黑"/>
                <a:sym typeface="Arial"/>
              </a:rPr>
              <a:t>功能分析是对系统的功能进行评估，包括系统需求分析、功能设计、功能测试等方面的评估，以确保系统满足用户需求并具备良好的用户体验。</a:t>
            </a:r>
            <a:endParaRPr lang="zh-CN" altLang="en-US" dirty="0">
              <a:solidFill>
                <a:schemeClr val="bg2">
                  <a:lumMod val="50000"/>
                </a:schemeClr>
              </a:solidFill>
              <a:latin typeface="Arial"/>
              <a:ea typeface="微软雅黑"/>
              <a:sym typeface="Arial"/>
            </a:endParaRPr>
          </a:p>
        </p:txBody>
      </p:sp>
      <p:sp>
        <p:nvSpPr>
          <p:cNvPr id="28" name="文本框 49"/>
          <p:cNvSpPr txBox="1"/>
          <p:nvPr/>
        </p:nvSpPr>
        <p:spPr>
          <a:xfrm>
            <a:off x="5481128" y="4667742"/>
            <a:ext cx="3033695" cy="461665"/>
          </a:xfrm>
          <a:prstGeom prst="rect">
            <a:avLst/>
          </a:prstGeom>
          <a:noFill/>
        </p:spPr>
        <p:txBody>
          <a:bodyPr>
            <a:spAutoFit/>
          </a:bodyPr>
          <a:lstStyle/>
          <a:p>
            <a:r>
              <a:rPr lang="zh-CN" altLang="en-US" sz="2400" b="1" cap="all">
                <a:solidFill>
                  <a:srgbClr val="314865"/>
                </a:solidFill>
                <a:latin typeface="Arial"/>
                <a:ea typeface="微软雅黑"/>
                <a:sym typeface="Arial"/>
              </a:rPr>
              <a:t>功能分析</a:t>
            </a:r>
            <a:endParaRPr lang="en-US" altLang="zh-CN" sz="2400" b="1" cap="all" dirty="0">
              <a:solidFill>
                <a:srgbClr val="314865"/>
              </a:solidFill>
              <a:latin typeface="Arial"/>
              <a:ea typeface="微软雅黑"/>
              <a:sym typeface="Arial"/>
            </a:endParaRPr>
          </a:p>
        </p:txBody>
      </p:sp>
      <p:grpSp>
        <p:nvGrpSpPr>
          <p:cNvPr id="29" name="组合 28"/>
          <p:cNvGrpSpPr/>
          <p:nvPr/>
        </p:nvGrpSpPr>
        <p:grpSpPr>
          <a:xfrm>
            <a:off x="4552078" y="5013219"/>
            <a:ext cx="556576" cy="556576"/>
            <a:chOff x="5747657" y="2305619"/>
            <a:chExt cx="556576" cy="556576"/>
          </a:xfrm>
        </p:grpSpPr>
        <p:sp>
          <p:nvSpPr>
            <p:cNvPr id="30" name="椭圆 26"/>
            <p:cNvSpPr/>
            <p:nvPr/>
          </p:nvSpPr>
          <p:spPr bwMode="auto">
            <a:xfrm>
              <a:off x="5747657" y="2305619"/>
              <a:ext cx="556576" cy="556576"/>
            </a:xfrm>
            <a:prstGeom prst="ellipse">
              <a:avLst/>
            </a:prstGeom>
            <a:solidFill>
              <a:srgbClr val="314865"/>
            </a:solidFill>
            <a:ln w="57150" cap="flat" cmpd="sng" algn="ctr">
              <a:solidFill>
                <a:schemeClr val="bg1"/>
              </a:solidFill>
              <a:prstDash val="solid"/>
            </a:ln>
            <a:effectLst>
              <a:outerShdw blurRad="381000" dist="127000" dir="2700000" algn="tl" rotWithShape="0">
                <a:prstClr val="black">
                  <a:alpha val="40000"/>
                </a:prstClr>
              </a:outerShdw>
            </a:effectLst>
          </p:spPr>
          <p:txBody>
            <a:bodyPr anchor="ctr"/>
            <a:lstStyle/>
            <a:p>
              <a:pPr algn="ctr" fontAlgn="auto">
                <a:lnSpc>
                  <a:spcPct val="130000"/>
                </a:lnSpc>
                <a:spcBef>
                  <a:spcPts val="0"/>
                </a:spcBef>
                <a:spcAft>
                  <a:spcPts val="0"/>
                </a:spcAft>
                <a:defRPr/>
              </a:pPr>
              <a:endParaRPr lang="en-US" sz="1200" kern="0">
                <a:solidFill>
                  <a:schemeClr val="tx1">
                    <a:lumMod val="50000"/>
                    <a:lumOff val="50000"/>
                  </a:schemeClr>
                </a:solidFill>
                <a:latin typeface="Arial"/>
                <a:ea typeface="微软雅黑"/>
                <a:sym typeface="Arial"/>
              </a:endParaRPr>
            </a:p>
          </p:txBody>
        </p:sp>
        <p:sp>
          <p:nvSpPr>
            <p:cNvPr id="31" name="燕尾形 30"/>
            <p:cNvSpPr/>
            <p:nvPr/>
          </p:nvSpPr>
          <p:spPr>
            <a:xfrm>
              <a:off x="5932500" y="2446897"/>
              <a:ext cx="186890" cy="274020"/>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Arial"/>
                <a:ea typeface="微软雅黑"/>
                <a:sym typeface="Arial"/>
              </a:endParaRPr>
            </a:p>
          </p:txBody>
        </p:sp>
      </p:grpSp>
      <p:cxnSp>
        <p:nvCxnSpPr>
          <p:cNvPr id="32" name="直接连接符 31"/>
          <p:cNvCxnSpPr/>
          <p:nvPr/>
        </p:nvCxnSpPr>
        <p:spPr>
          <a:xfrm>
            <a:off x="5789501" y="3131001"/>
            <a:ext cx="0" cy="718827"/>
          </a:xfrm>
          <a:prstGeom prst="line">
            <a:avLst/>
          </a:prstGeom>
          <a:ln w="285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3" name="文本框 54"/>
          <p:cNvSpPr txBox="1">
            <a:spLocks noChangeArrowheads="1"/>
          </p:cNvSpPr>
          <p:nvPr/>
        </p:nvSpPr>
        <p:spPr bwMode="auto">
          <a:xfrm>
            <a:off x="5916555" y="3312201"/>
            <a:ext cx="5968581" cy="667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ts val="2400"/>
              </a:lnSpc>
            </a:pPr>
            <a:r>
              <a:rPr lang="zh-CN" altLang="en-US" sz="1200">
                <a:solidFill>
                  <a:schemeClr val="bg2">
                    <a:lumMod val="50000"/>
                  </a:schemeClr>
                </a:solidFill>
                <a:latin typeface="Arial"/>
                <a:ea typeface="微软雅黑"/>
                <a:sym typeface="Arial"/>
              </a:rPr>
              <a:t>性能分析对系统的运行性能进行评估，包括响应速度、吞吐量、稳定性、负载能力等方面的评估。</a:t>
            </a:r>
            <a:endParaRPr lang="en-US" altLang="zh-CN" sz="1200" dirty="0">
              <a:solidFill>
                <a:schemeClr val="bg2">
                  <a:lumMod val="50000"/>
                </a:schemeClr>
              </a:solidFill>
              <a:latin typeface="Arial"/>
              <a:ea typeface="微软雅黑"/>
              <a:sym typeface="Arial"/>
            </a:endParaRPr>
          </a:p>
        </p:txBody>
      </p:sp>
      <p:sp>
        <p:nvSpPr>
          <p:cNvPr id="34" name="文本框 55"/>
          <p:cNvSpPr txBox="1"/>
          <p:nvPr/>
        </p:nvSpPr>
        <p:spPr>
          <a:xfrm>
            <a:off x="5916557" y="2866649"/>
            <a:ext cx="3033695" cy="461665"/>
          </a:xfrm>
          <a:prstGeom prst="rect">
            <a:avLst/>
          </a:prstGeom>
          <a:noFill/>
        </p:spPr>
        <p:txBody>
          <a:bodyPr>
            <a:spAutoFit/>
          </a:bodyPr>
          <a:lstStyle/>
          <a:p>
            <a:r>
              <a:rPr lang="zh-CN" altLang="en-US" sz="2400" b="1" cap="all">
                <a:solidFill>
                  <a:srgbClr val="314865"/>
                </a:solidFill>
                <a:latin typeface="Arial"/>
                <a:ea typeface="微软雅黑"/>
                <a:sym typeface="Arial"/>
              </a:rPr>
              <a:t>性能分析</a:t>
            </a:r>
            <a:endParaRPr lang="en-US" altLang="zh-CN" sz="2400" b="1" cap="all" dirty="0">
              <a:solidFill>
                <a:srgbClr val="314865"/>
              </a:solidFill>
              <a:latin typeface="Arial"/>
              <a:ea typeface="微软雅黑"/>
              <a:sym typeface="Arial"/>
            </a:endParaRPr>
          </a:p>
        </p:txBody>
      </p:sp>
      <p:grpSp>
        <p:nvGrpSpPr>
          <p:cNvPr id="35" name="组合 34"/>
          <p:cNvGrpSpPr/>
          <p:nvPr/>
        </p:nvGrpSpPr>
        <p:grpSpPr>
          <a:xfrm>
            <a:off x="4993830" y="3212125"/>
            <a:ext cx="556576" cy="556576"/>
            <a:chOff x="5747657" y="2305619"/>
            <a:chExt cx="556576" cy="556576"/>
          </a:xfrm>
        </p:grpSpPr>
        <p:sp>
          <p:nvSpPr>
            <p:cNvPr id="36" name="椭圆 26"/>
            <p:cNvSpPr/>
            <p:nvPr/>
          </p:nvSpPr>
          <p:spPr bwMode="auto">
            <a:xfrm>
              <a:off x="5747657" y="2305619"/>
              <a:ext cx="556576" cy="556576"/>
            </a:xfrm>
            <a:prstGeom prst="ellipse">
              <a:avLst/>
            </a:prstGeom>
            <a:solidFill>
              <a:srgbClr val="314865"/>
            </a:solidFill>
            <a:ln w="57150" cap="flat" cmpd="sng" algn="ctr">
              <a:solidFill>
                <a:schemeClr val="bg1"/>
              </a:solidFill>
              <a:prstDash val="solid"/>
            </a:ln>
            <a:effectLst>
              <a:outerShdw blurRad="381000" dist="127000" dir="2700000" algn="tl" rotWithShape="0">
                <a:prstClr val="black">
                  <a:alpha val="40000"/>
                </a:prstClr>
              </a:outerShdw>
            </a:effectLst>
          </p:spPr>
          <p:txBody>
            <a:bodyPr anchor="ctr"/>
            <a:lstStyle/>
            <a:p>
              <a:pPr algn="ctr" fontAlgn="auto">
                <a:lnSpc>
                  <a:spcPct val="130000"/>
                </a:lnSpc>
                <a:spcBef>
                  <a:spcPts val="0"/>
                </a:spcBef>
                <a:spcAft>
                  <a:spcPts val="0"/>
                </a:spcAft>
                <a:defRPr/>
              </a:pPr>
              <a:endParaRPr lang="en-US" sz="1200" kern="0" dirty="0">
                <a:solidFill>
                  <a:schemeClr val="tx1">
                    <a:lumMod val="50000"/>
                    <a:lumOff val="50000"/>
                  </a:schemeClr>
                </a:solidFill>
                <a:latin typeface="Arial"/>
                <a:ea typeface="微软雅黑"/>
                <a:sym typeface="Arial"/>
              </a:endParaRPr>
            </a:p>
          </p:txBody>
        </p:sp>
        <p:sp>
          <p:nvSpPr>
            <p:cNvPr id="37" name="燕尾形 36"/>
            <p:cNvSpPr/>
            <p:nvPr/>
          </p:nvSpPr>
          <p:spPr>
            <a:xfrm>
              <a:off x="5932500" y="2446897"/>
              <a:ext cx="186890" cy="274020"/>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Arial"/>
                <a:ea typeface="微软雅黑"/>
                <a:sym typeface="Arial"/>
              </a:endParaRPr>
            </a:p>
          </p:txBody>
        </p:sp>
      </p:grpSp>
      <p:grpSp>
        <p:nvGrpSpPr>
          <p:cNvPr id="39" name="组合 38">
            <a:extLst>
              <a:ext uri="{FF2B5EF4-FFF2-40B4-BE49-F238E27FC236}">
                <a16:creationId xmlns:a16="http://schemas.microsoft.com/office/drawing/2014/main" id="{DF516908-27CF-4E96-BE52-05A03E1E77F6}"/>
              </a:ext>
            </a:extLst>
          </p:cNvPr>
          <p:cNvGrpSpPr/>
          <p:nvPr/>
        </p:nvGrpSpPr>
        <p:grpSpPr>
          <a:xfrm>
            <a:off x="769877" y="1603465"/>
            <a:ext cx="2211794" cy="3623981"/>
            <a:chOff x="8631023" y="1684586"/>
            <a:chExt cx="2419633" cy="3964519"/>
          </a:xfrm>
          <a:solidFill>
            <a:srgbClr val="314865"/>
          </a:solidFill>
        </p:grpSpPr>
        <p:sp>
          <p:nvSpPr>
            <p:cNvPr id="40" name="Freeform 23">
              <a:extLst>
                <a:ext uri="{FF2B5EF4-FFF2-40B4-BE49-F238E27FC236}">
                  <a16:creationId xmlns:a16="http://schemas.microsoft.com/office/drawing/2014/main" id="{EB7CD0B6-8D43-4B78-9DD4-66FE1BBA2B85}"/>
                </a:ext>
              </a:extLst>
            </p:cNvPr>
            <p:cNvSpPr/>
            <p:nvPr/>
          </p:nvSpPr>
          <p:spPr bwMode="auto">
            <a:xfrm>
              <a:off x="9714110" y="1846062"/>
              <a:ext cx="0" cy="0"/>
            </a:xfrm>
            <a:custGeom>
              <a:avLst/>
              <a:gdLst>
                <a:gd name="T0" fmla="*/ 0 w 3"/>
                <a:gd name="T1" fmla="*/ 0 w 3"/>
                <a:gd name="T2" fmla="*/ 3 w 3"/>
                <a:gd name="T3" fmla="*/ 0 w 3"/>
              </a:gdLst>
              <a:ahLst/>
              <a:cxnLst>
                <a:cxn ang="0">
                  <a:pos x="T0" y="0"/>
                </a:cxn>
                <a:cxn ang="0">
                  <a:pos x="T1" y="0"/>
                </a:cxn>
                <a:cxn ang="0">
                  <a:pos x="T2" y="0"/>
                </a:cxn>
                <a:cxn ang="0">
                  <a:pos x="T3" y="0"/>
                </a:cxn>
              </a:cxnLst>
              <a:rect l="0" t="0" r="r" b="b"/>
              <a:pathLst>
                <a:path w="3">
                  <a:moveTo>
                    <a:pt x="0" y="0"/>
                  </a:moveTo>
                  <a:lnTo>
                    <a:pt x="0" y="0"/>
                  </a:lnTo>
                  <a:cubicBezTo>
                    <a:pt x="1" y="0"/>
                    <a:pt x="2" y="0"/>
                    <a:pt x="3" y="0"/>
                  </a:cubicBezTo>
                  <a:lnTo>
                    <a:pt x="0" y="0"/>
                  </a:lnTo>
                  <a:close/>
                </a:path>
              </a:pathLst>
            </a:custGeom>
            <a:grpFill/>
            <a:ln w="25400">
              <a:noFill/>
            </a:ln>
            <a:effectLst>
              <a:outerShdw blurRad="381000" dist="254000" dir="2700000" algn="tl"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Arial"/>
                <a:ea typeface="微软雅黑"/>
                <a:sym typeface="Arial"/>
              </a:endParaRPr>
            </a:p>
          </p:txBody>
        </p:sp>
        <p:sp>
          <p:nvSpPr>
            <p:cNvPr id="41" name="Freeform 21">
              <a:extLst>
                <a:ext uri="{FF2B5EF4-FFF2-40B4-BE49-F238E27FC236}">
                  <a16:creationId xmlns:a16="http://schemas.microsoft.com/office/drawing/2014/main" id="{D993AE0C-1265-4464-A14D-1157D09C73F5}"/>
                </a:ext>
              </a:extLst>
            </p:cNvPr>
            <p:cNvSpPr>
              <a:spLocks noEditPoints="1"/>
            </p:cNvSpPr>
            <p:nvPr/>
          </p:nvSpPr>
          <p:spPr bwMode="auto">
            <a:xfrm>
              <a:off x="8631023" y="1684586"/>
              <a:ext cx="2419633" cy="3114007"/>
            </a:xfrm>
            <a:custGeom>
              <a:avLst/>
              <a:gdLst>
                <a:gd name="T0" fmla="*/ 15500 w 17509"/>
                <a:gd name="T1" fmla="*/ 12945 h 22569"/>
                <a:gd name="T2" fmla="*/ 13648 w 17509"/>
                <a:gd name="T3" fmla="*/ 15646 h 22569"/>
                <a:gd name="T4" fmla="*/ 12686 w 17509"/>
                <a:gd name="T5" fmla="*/ 16707 h 22569"/>
                <a:gd name="T6" fmla="*/ 12045 w 17509"/>
                <a:gd name="T7" fmla="*/ 18000 h 22569"/>
                <a:gd name="T8" fmla="*/ 11850 w 17509"/>
                <a:gd name="T9" fmla="*/ 20372 h 22569"/>
                <a:gd name="T10" fmla="*/ 11851 w 17509"/>
                <a:gd name="T11" fmla="*/ 20445 h 22569"/>
                <a:gd name="T12" fmla="*/ 11209 w 17509"/>
                <a:gd name="T13" fmla="*/ 21086 h 22569"/>
                <a:gd name="T14" fmla="*/ 6299 w 17509"/>
                <a:gd name="T15" fmla="*/ 21086 h 22569"/>
                <a:gd name="T16" fmla="*/ 5844 w 17509"/>
                <a:gd name="T17" fmla="*/ 20897 h 22569"/>
                <a:gd name="T18" fmla="*/ 5657 w 17509"/>
                <a:gd name="T19" fmla="*/ 20445 h 22569"/>
                <a:gd name="T20" fmla="*/ 5657 w 17509"/>
                <a:gd name="T21" fmla="*/ 20369 h 22569"/>
                <a:gd name="T22" fmla="*/ 5462 w 17509"/>
                <a:gd name="T23" fmla="*/ 18000 h 22569"/>
                <a:gd name="T24" fmla="*/ 5094 w 17509"/>
                <a:gd name="T25" fmla="*/ 17092 h 22569"/>
                <a:gd name="T26" fmla="*/ 4029 w 17509"/>
                <a:gd name="T27" fmla="*/ 15822 h 22569"/>
                <a:gd name="T28" fmla="*/ 2329 w 17509"/>
                <a:gd name="T29" fmla="*/ 13637 h 22569"/>
                <a:gd name="T30" fmla="*/ 1484 w 17509"/>
                <a:gd name="T31" fmla="*/ 9931 h 22569"/>
                <a:gd name="T32" fmla="*/ 2954 w 17509"/>
                <a:gd name="T33" fmla="*/ 5541 h 22569"/>
                <a:gd name="T34" fmla="*/ 6683 w 17509"/>
                <a:gd name="T35" fmla="*/ 2948 h 22569"/>
                <a:gd name="T36" fmla="*/ 6868 w 17509"/>
                <a:gd name="T37" fmla="*/ 2892 h 22569"/>
                <a:gd name="T38" fmla="*/ 7985 w 17509"/>
                <a:gd name="T39" fmla="*/ 2684 h 22569"/>
                <a:gd name="T40" fmla="*/ 7987 w 17509"/>
                <a:gd name="T41" fmla="*/ 2684 h 22569"/>
                <a:gd name="T42" fmla="*/ 8059 w 17509"/>
                <a:gd name="T43" fmla="*/ 2676 h 22569"/>
                <a:gd name="T44" fmla="*/ 8716 w 17509"/>
                <a:gd name="T45" fmla="*/ 2639 h 22569"/>
                <a:gd name="T46" fmla="*/ 8755 w 17509"/>
                <a:gd name="T47" fmla="*/ 2643 h 22569"/>
                <a:gd name="T48" fmla="*/ 8793 w 17509"/>
                <a:gd name="T49" fmla="*/ 2641 h 22569"/>
                <a:gd name="T50" fmla="*/ 9450 w 17509"/>
                <a:gd name="T51" fmla="*/ 2676 h 22569"/>
                <a:gd name="T52" fmla="*/ 9448 w 17509"/>
                <a:gd name="T53" fmla="*/ 2676 h 22569"/>
                <a:gd name="T54" fmla="*/ 9520 w 17509"/>
                <a:gd name="T55" fmla="*/ 2684 h 22569"/>
                <a:gd name="T56" fmla="*/ 9522 w 17509"/>
                <a:gd name="T57" fmla="*/ 2684 h 22569"/>
                <a:gd name="T58" fmla="*/ 10638 w 17509"/>
                <a:gd name="T59" fmla="*/ 2892 h 22569"/>
                <a:gd name="T60" fmla="*/ 10825 w 17509"/>
                <a:gd name="T61" fmla="*/ 2948 h 22569"/>
                <a:gd name="T62" fmla="*/ 14553 w 17509"/>
                <a:gd name="T63" fmla="*/ 5541 h 22569"/>
                <a:gd name="T64" fmla="*/ 16023 w 17509"/>
                <a:gd name="T65" fmla="*/ 9931 h 22569"/>
                <a:gd name="T66" fmla="*/ 15500 w 17509"/>
                <a:gd name="T67" fmla="*/ 12945 h 22569"/>
                <a:gd name="T68" fmla="*/ 17507 w 17509"/>
                <a:gd name="T69" fmla="*/ 9931 h 22569"/>
                <a:gd name="T70" fmla="*/ 15734 w 17509"/>
                <a:gd name="T71" fmla="*/ 4645 h 22569"/>
                <a:gd name="T72" fmla="*/ 1773 w 17509"/>
                <a:gd name="T73" fmla="*/ 4645 h 22569"/>
                <a:gd name="T74" fmla="*/ 0 w 17509"/>
                <a:gd name="T75" fmla="*/ 9931 h 22569"/>
                <a:gd name="T76" fmla="*/ 628 w 17509"/>
                <a:gd name="T77" fmla="*/ 13491 h 22569"/>
                <a:gd name="T78" fmla="*/ 2782 w 17509"/>
                <a:gd name="T79" fmla="*/ 16665 h 22569"/>
                <a:gd name="T80" fmla="*/ 3655 w 17509"/>
                <a:gd name="T81" fmla="*/ 17623 h 22569"/>
                <a:gd name="T82" fmla="*/ 4005 w 17509"/>
                <a:gd name="T83" fmla="*/ 18273 h 22569"/>
                <a:gd name="T84" fmla="*/ 4174 w 17509"/>
                <a:gd name="T85" fmla="*/ 20369 h 22569"/>
                <a:gd name="T86" fmla="*/ 4174 w 17509"/>
                <a:gd name="T87" fmla="*/ 20420 h 22569"/>
                <a:gd name="T88" fmla="*/ 4174 w 17509"/>
                <a:gd name="T89" fmla="*/ 20435 h 22569"/>
                <a:gd name="T90" fmla="*/ 4174 w 17509"/>
                <a:gd name="T91" fmla="*/ 20440 h 22569"/>
                <a:gd name="T92" fmla="*/ 4174 w 17509"/>
                <a:gd name="T93" fmla="*/ 20445 h 22569"/>
                <a:gd name="T94" fmla="*/ 6299 w 17509"/>
                <a:gd name="T95" fmla="*/ 22569 h 22569"/>
                <a:gd name="T96" fmla="*/ 11209 w 17509"/>
                <a:gd name="T97" fmla="*/ 22569 h 22569"/>
                <a:gd name="T98" fmla="*/ 13333 w 17509"/>
                <a:gd name="T99" fmla="*/ 20445 h 22569"/>
                <a:gd name="T100" fmla="*/ 13333 w 17509"/>
                <a:gd name="T101" fmla="*/ 20440 h 22569"/>
                <a:gd name="T102" fmla="*/ 13333 w 17509"/>
                <a:gd name="T103" fmla="*/ 20434 h 22569"/>
                <a:gd name="T104" fmla="*/ 13333 w 17509"/>
                <a:gd name="T105" fmla="*/ 20420 h 22569"/>
                <a:gd name="T106" fmla="*/ 13333 w 17509"/>
                <a:gd name="T107" fmla="*/ 20372 h 22569"/>
                <a:gd name="T108" fmla="*/ 13503 w 17509"/>
                <a:gd name="T109" fmla="*/ 18274 h 22569"/>
                <a:gd name="T110" fmla="*/ 13673 w 17509"/>
                <a:gd name="T111" fmla="*/ 17875 h 22569"/>
                <a:gd name="T112" fmla="*/ 14553 w 17509"/>
                <a:gd name="T113" fmla="*/ 16847 h 22569"/>
                <a:gd name="T114" fmla="*/ 16486 w 17509"/>
                <a:gd name="T115" fmla="*/ 14338 h 22569"/>
                <a:gd name="T116" fmla="*/ 17507 w 17509"/>
                <a:gd name="T117" fmla="*/ 9931 h 225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7509" h="22569">
                  <a:moveTo>
                    <a:pt x="15500" y="12945"/>
                  </a:moveTo>
                  <a:cubicBezTo>
                    <a:pt x="15031" y="14128"/>
                    <a:pt x="14327" y="14928"/>
                    <a:pt x="13648" y="15646"/>
                  </a:cubicBezTo>
                  <a:cubicBezTo>
                    <a:pt x="13309" y="16005"/>
                    <a:pt x="12976" y="16339"/>
                    <a:pt x="12686" y="16707"/>
                  </a:cubicBezTo>
                  <a:cubicBezTo>
                    <a:pt x="12399" y="17072"/>
                    <a:pt x="12143" y="17489"/>
                    <a:pt x="12045" y="18000"/>
                  </a:cubicBezTo>
                  <a:cubicBezTo>
                    <a:pt x="11859" y="18996"/>
                    <a:pt x="11852" y="20066"/>
                    <a:pt x="11850" y="20372"/>
                  </a:cubicBezTo>
                  <a:cubicBezTo>
                    <a:pt x="11850" y="20413"/>
                    <a:pt x="11851" y="20435"/>
                    <a:pt x="11851" y="20445"/>
                  </a:cubicBezTo>
                  <a:cubicBezTo>
                    <a:pt x="11849" y="20799"/>
                    <a:pt x="11564" y="21085"/>
                    <a:pt x="11209" y="21086"/>
                  </a:cubicBezTo>
                  <a:lnTo>
                    <a:pt x="6299" y="21086"/>
                  </a:lnTo>
                  <a:cubicBezTo>
                    <a:pt x="6119" y="21086"/>
                    <a:pt x="5962" y="21015"/>
                    <a:pt x="5844" y="20897"/>
                  </a:cubicBezTo>
                  <a:cubicBezTo>
                    <a:pt x="5727" y="20779"/>
                    <a:pt x="5657" y="20625"/>
                    <a:pt x="5657" y="20445"/>
                  </a:cubicBezTo>
                  <a:cubicBezTo>
                    <a:pt x="5657" y="20435"/>
                    <a:pt x="5657" y="20412"/>
                    <a:pt x="5657" y="20369"/>
                  </a:cubicBezTo>
                  <a:cubicBezTo>
                    <a:pt x="5656" y="20061"/>
                    <a:pt x="5647" y="18994"/>
                    <a:pt x="5462" y="18000"/>
                  </a:cubicBezTo>
                  <a:cubicBezTo>
                    <a:pt x="5398" y="17661"/>
                    <a:pt x="5261" y="17359"/>
                    <a:pt x="5094" y="17092"/>
                  </a:cubicBezTo>
                  <a:cubicBezTo>
                    <a:pt x="4798" y="16622"/>
                    <a:pt x="4420" y="16237"/>
                    <a:pt x="4029" y="15822"/>
                  </a:cubicBezTo>
                  <a:cubicBezTo>
                    <a:pt x="3439" y="15207"/>
                    <a:pt x="2815" y="14544"/>
                    <a:pt x="2329" y="13637"/>
                  </a:cubicBezTo>
                  <a:cubicBezTo>
                    <a:pt x="1845" y="12731"/>
                    <a:pt x="1485" y="11579"/>
                    <a:pt x="1484" y="9931"/>
                  </a:cubicBezTo>
                  <a:cubicBezTo>
                    <a:pt x="1484" y="8279"/>
                    <a:pt x="2030" y="6763"/>
                    <a:pt x="2954" y="5541"/>
                  </a:cubicBezTo>
                  <a:cubicBezTo>
                    <a:pt x="3879" y="4319"/>
                    <a:pt x="5180" y="3397"/>
                    <a:pt x="6683" y="2948"/>
                  </a:cubicBezTo>
                  <a:lnTo>
                    <a:pt x="6868" y="2892"/>
                  </a:lnTo>
                  <a:cubicBezTo>
                    <a:pt x="7230" y="2798"/>
                    <a:pt x="7602" y="2724"/>
                    <a:pt x="7985" y="2684"/>
                  </a:cubicBezTo>
                  <a:lnTo>
                    <a:pt x="7987" y="2684"/>
                  </a:lnTo>
                  <a:lnTo>
                    <a:pt x="8059" y="2676"/>
                  </a:lnTo>
                  <a:cubicBezTo>
                    <a:pt x="8283" y="2654"/>
                    <a:pt x="8501" y="2641"/>
                    <a:pt x="8716" y="2639"/>
                  </a:cubicBezTo>
                  <a:lnTo>
                    <a:pt x="8755" y="2643"/>
                  </a:lnTo>
                  <a:lnTo>
                    <a:pt x="8793" y="2641"/>
                  </a:lnTo>
                  <a:cubicBezTo>
                    <a:pt x="9007" y="2641"/>
                    <a:pt x="9226" y="2654"/>
                    <a:pt x="9450" y="2676"/>
                  </a:cubicBezTo>
                  <a:lnTo>
                    <a:pt x="9448" y="2676"/>
                  </a:lnTo>
                  <a:lnTo>
                    <a:pt x="9520" y="2684"/>
                  </a:lnTo>
                  <a:lnTo>
                    <a:pt x="9522" y="2684"/>
                  </a:lnTo>
                  <a:cubicBezTo>
                    <a:pt x="9905" y="2724"/>
                    <a:pt x="10277" y="2797"/>
                    <a:pt x="10638" y="2892"/>
                  </a:cubicBezTo>
                  <a:lnTo>
                    <a:pt x="10825" y="2948"/>
                  </a:lnTo>
                  <a:cubicBezTo>
                    <a:pt x="12327" y="3397"/>
                    <a:pt x="13628" y="4319"/>
                    <a:pt x="14553" y="5541"/>
                  </a:cubicBezTo>
                  <a:cubicBezTo>
                    <a:pt x="15476" y="6763"/>
                    <a:pt x="16023" y="8279"/>
                    <a:pt x="16023" y="9931"/>
                  </a:cubicBezTo>
                  <a:cubicBezTo>
                    <a:pt x="16023" y="11186"/>
                    <a:pt x="15812" y="12155"/>
                    <a:pt x="15500" y="12945"/>
                  </a:cubicBezTo>
                  <a:close/>
                  <a:moveTo>
                    <a:pt x="17507" y="9931"/>
                  </a:moveTo>
                  <a:cubicBezTo>
                    <a:pt x="17507" y="7948"/>
                    <a:pt x="16847" y="6114"/>
                    <a:pt x="15734" y="4645"/>
                  </a:cubicBezTo>
                  <a:cubicBezTo>
                    <a:pt x="12226" y="8"/>
                    <a:pt x="5290" y="0"/>
                    <a:pt x="1773" y="4645"/>
                  </a:cubicBezTo>
                  <a:cubicBezTo>
                    <a:pt x="661" y="6114"/>
                    <a:pt x="0" y="7948"/>
                    <a:pt x="0" y="9931"/>
                  </a:cubicBezTo>
                  <a:cubicBezTo>
                    <a:pt x="0" y="11354"/>
                    <a:pt x="245" y="12523"/>
                    <a:pt x="628" y="13491"/>
                  </a:cubicBezTo>
                  <a:cubicBezTo>
                    <a:pt x="1202" y="14942"/>
                    <a:pt x="2079" y="15922"/>
                    <a:pt x="2782" y="16665"/>
                  </a:cubicBezTo>
                  <a:cubicBezTo>
                    <a:pt x="3135" y="17036"/>
                    <a:pt x="3445" y="17353"/>
                    <a:pt x="3655" y="17623"/>
                  </a:cubicBezTo>
                  <a:cubicBezTo>
                    <a:pt x="3870" y="17895"/>
                    <a:pt x="3975" y="18106"/>
                    <a:pt x="4005" y="18273"/>
                  </a:cubicBezTo>
                  <a:cubicBezTo>
                    <a:pt x="4158" y="19085"/>
                    <a:pt x="4174" y="20109"/>
                    <a:pt x="4174" y="20369"/>
                  </a:cubicBezTo>
                  <a:lnTo>
                    <a:pt x="4174" y="20420"/>
                  </a:lnTo>
                  <a:lnTo>
                    <a:pt x="4174" y="20435"/>
                  </a:lnTo>
                  <a:lnTo>
                    <a:pt x="4174" y="20440"/>
                  </a:lnTo>
                  <a:lnTo>
                    <a:pt x="4174" y="20445"/>
                  </a:lnTo>
                  <a:cubicBezTo>
                    <a:pt x="4174" y="21620"/>
                    <a:pt x="5125" y="22568"/>
                    <a:pt x="6299" y="22569"/>
                  </a:cubicBezTo>
                  <a:lnTo>
                    <a:pt x="11209" y="22569"/>
                  </a:lnTo>
                  <a:cubicBezTo>
                    <a:pt x="12383" y="22568"/>
                    <a:pt x="13333" y="21618"/>
                    <a:pt x="13333" y="20445"/>
                  </a:cubicBezTo>
                  <a:lnTo>
                    <a:pt x="13333" y="20440"/>
                  </a:lnTo>
                  <a:lnTo>
                    <a:pt x="13333" y="20434"/>
                  </a:lnTo>
                  <a:lnTo>
                    <a:pt x="13333" y="20420"/>
                  </a:lnTo>
                  <a:lnTo>
                    <a:pt x="13333" y="20372"/>
                  </a:lnTo>
                  <a:cubicBezTo>
                    <a:pt x="13333" y="20115"/>
                    <a:pt x="13349" y="19088"/>
                    <a:pt x="13503" y="18274"/>
                  </a:cubicBezTo>
                  <a:cubicBezTo>
                    <a:pt x="13524" y="18161"/>
                    <a:pt x="13574" y="18033"/>
                    <a:pt x="13673" y="17875"/>
                  </a:cubicBezTo>
                  <a:cubicBezTo>
                    <a:pt x="13840" y="17600"/>
                    <a:pt x="14158" y="17258"/>
                    <a:pt x="14553" y="16847"/>
                  </a:cubicBezTo>
                  <a:cubicBezTo>
                    <a:pt x="15141" y="16228"/>
                    <a:pt x="15891" y="15448"/>
                    <a:pt x="16486" y="14338"/>
                  </a:cubicBezTo>
                  <a:cubicBezTo>
                    <a:pt x="17082" y="13230"/>
                    <a:pt x="17509" y="11799"/>
                    <a:pt x="17507" y="9931"/>
                  </a:cubicBezTo>
                  <a:close/>
                </a:path>
              </a:pathLst>
            </a:custGeom>
            <a:grp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latin typeface="Arial"/>
                <a:ea typeface="微软雅黑"/>
                <a:sym typeface="Arial"/>
              </a:endParaRPr>
            </a:p>
          </p:txBody>
        </p:sp>
        <p:sp>
          <p:nvSpPr>
            <p:cNvPr id="42" name="Freeform 24">
              <a:extLst>
                <a:ext uri="{FF2B5EF4-FFF2-40B4-BE49-F238E27FC236}">
                  <a16:creationId xmlns:a16="http://schemas.microsoft.com/office/drawing/2014/main" id="{D443BDA7-042E-4724-9F03-563E17A804B0}"/>
                </a:ext>
              </a:extLst>
            </p:cNvPr>
            <p:cNvSpPr/>
            <p:nvPr/>
          </p:nvSpPr>
          <p:spPr bwMode="auto">
            <a:xfrm>
              <a:off x="9378674" y="4873541"/>
              <a:ext cx="925122" cy="252112"/>
            </a:xfrm>
            <a:custGeom>
              <a:avLst/>
              <a:gdLst>
                <a:gd name="T0" fmla="*/ 5785 w 6697"/>
                <a:gd name="T1" fmla="*/ 0 h 1826"/>
                <a:gd name="T2" fmla="*/ 914 w 6697"/>
                <a:gd name="T3" fmla="*/ 0 h 1826"/>
                <a:gd name="T4" fmla="*/ 0 w 6697"/>
                <a:gd name="T5" fmla="*/ 914 h 1826"/>
                <a:gd name="T6" fmla="*/ 914 w 6697"/>
                <a:gd name="T7" fmla="*/ 1826 h 1826"/>
                <a:gd name="T8" fmla="*/ 5785 w 6697"/>
                <a:gd name="T9" fmla="*/ 1826 h 1826"/>
                <a:gd name="T10" fmla="*/ 6697 w 6697"/>
                <a:gd name="T11" fmla="*/ 914 h 1826"/>
                <a:gd name="T12" fmla="*/ 5785 w 6697"/>
                <a:gd name="T13" fmla="*/ 0 h 1826"/>
              </a:gdLst>
              <a:ahLst/>
              <a:cxnLst>
                <a:cxn ang="0">
                  <a:pos x="T0" y="T1"/>
                </a:cxn>
                <a:cxn ang="0">
                  <a:pos x="T2" y="T3"/>
                </a:cxn>
                <a:cxn ang="0">
                  <a:pos x="T4" y="T5"/>
                </a:cxn>
                <a:cxn ang="0">
                  <a:pos x="T6" y="T7"/>
                </a:cxn>
                <a:cxn ang="0">
                  <a:pos x="T8" y="T9"/>
                </a:cxn>
                <a:cxn ang="0">
                  <a:pos x="T10" y="T11"/>
                </a:cxn>
                <a:cxn ang="0">
                  <a:pos x="T12" y="T13"/>
                </a:cxn>
              </a:cxnLst>
              <a:rect l="0" t="0" r="r" b="b"/>
              <a:pathLst>
                <a:path w="6697" h="1826">
                  <a:moveTo>
                    <a:pt x="5785" y="0"/>
                  </a:moveTo>
                  <a:lnTo>
                    <a:pt x="914" y="0"/>
                  </a:lnTo>
                  <a:cubicBezTo>
                    <a:pt x="410" y="0"/>
                    <a:pt x="0" y="407"/>
                    <a:pt x="0" y="914"/>
                  </a:cubicBezTo>
                  <a:cubicBezTo>
                    <a:pt x="0" y="1416"/>
                    <a:pt x="410" y="1826"/>
                    <a:pt x="914" y="1826"/>
                  </a:cubicBezTo>
                  <a:lnTo>
                    <a:pt x="5785" y="1826"/>
                  </a:lnTo>
                  <a:cubicBezTo>
                    <a:pt x="6288" y="1826"/>
                    <a:pt x="6697" y="1416"/>
                    <a:pt x="6697" y="914"/>
                  </a:cubicBezTo>
                  <a:cubicBezTo>
                    <a:pt x="6697" y="407"/>
                    <a:pt x="6288" y="0"/>
                    <a:pt x="5785" y="0"/>
                  </a:cubicBezTo>
                  <a:close/>
                </a:path>
              </a:pathLst>
            </a:custGeom>
            <a:grp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Arial"/>
                <a:ea typeface="微软雅黑"/>
                <a:sym typeface="Arial"/>
              </a:endParaRPr>
            </a:p>
          </p:txBody>
        </p:sp>
        <p:sp>
          <p:nvSpPr>
            <p:cNvPr id="43" name="Freeform 25">
              <a:extLst>
                <a:ext uri="{FF2B5EF4-FFF2-40B4-BE49-F238E27FC236}">
                  <a16:creationId xmlns:a16="http://schemas.microsoft.com/office/drawing/2014/main" id="{A155413F-F266-45F4-AF5A-176B1A1AAD86}"/>
                </a:ext>
              </a:extLst>
            </p:cNvPr>
            <p:cNvSpPr/>
            <p:nvPr/>
          </p:nvSpPr>
          <p:spPr bwMode="auto">
            <a:xfrm>
              <a:off x="9378674" y="5191885"/>
              <a:ext cx="925122" cy="252112"/>
            </a:xfrm>
            <a:custGeom>
              <a:avLst/>
              <a:gdLst>
                <a:gd name="T0" fmla="*/ 5785 w 6697"/>
                <a:gd name="T1" fmla="*/ 0 h 1825"/>
                <a:gd name="T2" fmla="*/ 914 w 6697"/>
                <a:gd name="T3" fmla="*/ 0 h 1825"/>
                <a:gd name="T4" fmla="*/ 0 w 6697"/>
                <a:gd name="T5" fmla="*/ 911 h 1825"/>
                <a:gd name="T6" fmla="*/ 914 w 6697"/>
                <a:gd name="T7" fmla="*/ 1825 h 1825"/>
                <a:gd name="T8" fmla="*/ 5785 w 6697"/>
                <a:gd name="T9" fmla="*/ 1825 h 1825"/>
                <a:gd name="T10" fmla="*/ 6697 w 6697"/>
                <a:gd name="T11" fmla="*/ 911 h 1825"/>
                <a:gd name="T12" fmla="*/ 5785 w 6697"/>
                <a:gd name="T13" fmla="*/ 0 h 1825"/>
              </a:gdLst>
              <a:ahLst/>
              <a:cxnLst>
                <a:cxn ang="0">
                  <a:pos x="T0" y="T1"/>
                </a:cxn>
                <a:cxn ang="0">
                  <a:pos x="T2" y="T3"/>
                </a:cxn>
                <a:cxn ang="0">
                  <a:pos x="T4" y="T5"/>
                </a:cxn>
                <a:cxn ang="0">
                  <a:pos x="T6" y="T7"/>
                </a:cxn>
                <a:cxn ang="0">
                  <a:pos x="T8" y="T9"/>
                </a:cxn>
                <a:cxn ang="0">
                  <a:pos x="T10" y="T11"/>
                </a:cxn>
                <a:cxn ang="0">
                  <a:pos x="T12" y="T13"/>
                </a:cxn>
              </a:cxnLst>
              <a:rect l="0" t="0" r="r" b="b"/>
              <a:pathLst>
                <a:path w="6697" h="1825">
                  <a:moveTo>
                    <a:pt x="5785" y="0"/>
                  </a:moveTo>
                  <a:lnTo>
                    <a:pt x="914" y="0"/>
                  </a:lnTo>
                  <a:cubicBezTo>
                    <a:pt x="410" y="0"/>
                    <a:pt x="0" y="407"/>
                    <a:pt x="0" y="911"/>
                  </a:cubicBezTo>
                  <a:cubicBezTo>
                    <a:pt x="0" y="1416"/>
                    <a:pt x="410" y="1825"/>
                    <a:pt x="914" y="1825"/>
                  </a:cubicBezTo>
                  <a:lnTo>
                    <a:pt x="5785" y="1825"/>
                  </a:lnTo>
                  <a:cubicBezTo>
                    <a:pt x="6288" y="1825"/>
                    <a:pt x="6697" y="1416"/>
                    <a:pt x="6697" y="911"/>
                  </a:cubicBezTo>
                  <a:cubicBezTo>
                    <a:pt x="6697" y="407"/>
                    <a:pt x="6288" y="0"/>
                    <a:pt x="5785" y="0"/>
                  </a:cubicBezTo>
                  <a:close/>
                </a:path>
              </a:pathLst>
            </a:custGeom>
            <a:grp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Arial"/>
                <a:ea typeface="微软雅黑"/>
                <a:sym typeface="Arial"/>
              </a:endParaRPr>
            </a:p>
          </p:txBody>
        </p:sp>
        <p:sp>
          <p:nvSpPr>
            <p:cNvPr id="44" name="Freeform 26">
              <a:extLst>
                <a:ext uri="{FF2B5EF4-FFF2-40B4-BE49-F238E27FC236}">
                  <a16:creationId xmlns:a16="http://schemas.microsoft.com/office/drawing/2014/main" id="{A3EA0D89-24D4-49D9-BD3A-8D83B9813B96}"/>
                </a:ext>
              </a:extLst>
            </p:cNvPr>
            <p:cNvSpPr/>
            <p:nvPr/>
          </p:nvSpPr>
          <p:spPr bwMode="auto">
            <a:xfrm>
              <a:off x="9552802" y="5512366"/>
              <a:ext cx="576866" cy="136739"/>
            </a:xfrm>
            <a:custGeom>
              <a:avLst/>
              <a:gdLst>
                <a:gd name="T0" fmla="*/ 2515 w 4174"/>
                <a:gd name="T1" fmla="*/ 0 h 996"/>
                <a:gd name="T2" fmla="*/ 1661 w 4174"/>
                <a:gd name="T3" fmla="*/ 0 h 996"/>
                <a:gd name="T4" fmla="*/ 6 w 4174"/>
                <a:gd name="T5" fmla="*/ 0 h 996"/>
                <a:gd name="T6" fmla="*/ 0 w 4174"/>
                <a:gd name="T7" fmla="*/ 83 h 996"/>
                <a:gd name="T8" fmla="*/ 1493 w 4174"/>
                <a:gd name="T9" fmla="*/ 996 h 996"/>
                <a:gd name="T10" fmla="*/ 1624 w 4174"/>
                <a:gd name="T11" fmla="*/ 996 h 996"/>
                <a:gd name="T12" fmla="*/ 2552 w 4174"/>
                <a:gd name="T13" fmla="*/ 996 h 996"/>
                <a:gd name="T14" fmla="*/ 2683 w 4174"/>
                <a:gd name="T15" fmla="*/ 996 h 996"/>
                <a:gd name="T16" fmla="*/ 4174 w 4174"/>
                <a:gd name="T17" fmla="*/ 83 h 996"/>
                <a:gd name="T18" fmla="*/ 4170 w 4174"/>
                <a:gd name="T19" fmla="*/ 0 h 996"/>
                <a:gd name="T20" fmla="*/ 2515 w 4174"/>
                <a:gd name="T21" fmla="*/ 0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174" h="996">
                  <a:moveTo>
                    <a:pt x="2515" y="0"/>
                  </a:moveTo>
                  <a:lnTo>
                    <a:pt x="1661" y="0"/>
                  </a:lnTo>
                  <a:lnTo>
                    <a:pt x="6" y="0"/>
                  </a:lnTo>
                  <a:cubicBezTo>
                    <a:pt x="5" y="28"/>
                    <a:pt x="0" y="54"/>
                    <a:pt x="0" y="83"/>
                  </a:cubicBezTo>
                  <a:cubicBezTo>
                    <a:pt x="0" y="587"/>
                    <a:pt x="775" y="996"/>
                    <a:pt x="1493" y="996"/>
                  </a:cubicBezTo>
                  <a:lnTo>
                    <a:pt x="1624" y="996"/>
                  </a:lnTo>
                  <a:lnTo>
                    <a:pt x="2552" y="996"/>
                  </a:lnTo>
                  <a:lnTo>
                    <a:pt x="2683" y="996"/>
                  </a:lnTo>
                  <a:cubicBezTo>
                    <a:pt x="3400" y="996"/>
                    <a:pt x="4174" y="587"/>
                    <a:pt x="4174" y="83"/>
                  </a:cubicBezTo>
                  <a:cubicBezTo>
                    <a:pt x="4174" y="54"/>
                    <a:pt x="4170" y="28"/>
                    <a:pt x="4170" y="0"/>
                  </a:cubicBezTo>
                  <a:lnTo>
                    <a:pt x="2515" y="0"/>
                  </a:lnTo>
                  <a:close/>
                </a:path>
              </a:pathLst>
            </a:custGeom>
            <a:grp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Arial"/>
                <a:ea typeface="微软雅黑"/>
                <a:sym typeface="Arial"/>
              </a:endParaRPr>
            </a:p>
          </p:txBody>
        </p:sp>
      </p:grpSp>
      <p:sp>
        <p:nvSpPr>
          <p:cNvPr id="45" name="矩形 3">
            <a:extLst>
              <a:ext uri="{FF2B5EF4-FFF2-40B4-BE49-F238E27FC236}">
                <a16:creationId xmlns:a16="http://schemas.microsoft.com/office/drawing/2014/main" id="{87032E5D-BB39-427A-B591-22D5B2A5A8F6}"/>
              </a:ext>
            </a:extLst>
          </p:cNvPr>
          <p:cNvSpPr>
            <a:spLocks noChangeArrowheads="1"/>
          </p:cNvSpPr>
          <p:nvPr/>
        </p:nvSpPr>
        <p:spPr bwMode="auto">
          <a:xfrm>
            <a:off x="1294046" y="2408224"/>
            <a:ext cx="1163456" cy="954107"/>
          </a:xfrm>
          <a:prstGeom prst="rect">
            <a:avLst/>
          </a:prstGeom>
        </p:spPr>
        <p:txBody>
          <a:bodyPr wrap="square">
            <a:spAutoFit/>
          </a:bodyPr>
          <a:lstStyle/>
          <a:p>
            <a:pPr algn="dist"/>
            <a:r>
              <a:rPr lang="zh-CN" altLang="en-US" sz="2800" b="1">
                <a:solidFill>
                  <a:srgbClr val="314865"/>
                </a:solidFill>
                <a:effectLst>
                  <a:innerShdw blurRad="63500" dist="50800" dir="13500000">
                    <a:prstClr val="black">
                      <a:alpha val="50000"/>
                    </a:prstClr>
                  </a:innerShdw>
                </a:effectLst>
                <a:latin typeface="Arial"/>
                <a:ea typeface="微软雅黑"/>
                <a:sym typeface="Arial"/>
              </a:rPr>
              <a:t>需求分析</a:t>
            </a:r>
            <a:endParaRPr lang="zh-CN" altLang="en-US" sz="2800" b="1" dirty="0">
              <a:solidFill>
                <a:srgbClr val="314865"/>
              </a:solidFill>
              <a:effectLst>
                <a:innerShdw blurRad="63500" dist="50800" dir="13500000">
                  <a:prstClr val="black">
                    <a:alpha val="50000"/>
                  </a:prstClr>
                </a:innerShdw>
              </a:effectLst>
              <a:latin typeface="Arial"/>
              <a:ea typeface="微软雅黑"/>
              <a:sym typeface="Arial"/>
            </a:endParaRPr>
          </a:p>
        </p:txBody>
      </p:sp>
      <p:grpSp>
        <p:nvGrpSpPr>
          <p:cNvPr id="58" name="组合 57">
            <a:extLst>
              <a:ext uri="{FF2B5EF4-FFF2-40B4-BE49-F238E27FC236}">
                <a16:creationId xmlns:a16="http://schemas.microsoft.com/office/drawing/2014/main" id="{974715DD-D682-425E-9C5B-6535B1128802}"/>
              </a:ext>
            </a:extLst>
          </p:cNvPr>
          <p:cNvGrpSpPr/>
          <p:nvPr/>
        </p:nvGrpSpPr>
        <p:grpSpPr>
          <a:xfrm>
            <a:off x="164616" y="178180"/>
            <a:ext cx="2804616" cy="368580"/>
            <a:chOff x="164616" y="178180"/>
            <a:chExt cx="2804616" cy="368580"/>
          </a:xfrm>
        </p:grpSpPr>
        <p:cxnSp>
          <p:nvCxnSpPr>
            <p:cNvPr id="59" name="直接连接符 58">
              <a:extLst>
                <a:ext uri="{FF2B5EF4-FFF2-40B4-BE49-F238E27FC236}">
                  <a16:creationId xmlns:a16="http://schemas.microsoft.com/office/drawing/2014/main" id="{6276A576-8653-49D6-AEB7-7AD2CA0E882A}"/>
                </a:ext>
              </a:extLst>
            </p:cNvPr>
            <p:cNvCxnSpPr>
              <a:cxnSpLocks/>
            </p:cNvCxnSpPr>
            <p:nvPr/>
          </p:nvCxnSpPr>
          <p:spPr>
            <a:xfrm flipV="1">
              <a:off x="164616" y="535956"/>
              <a:ext cx="2804616" cy="10804"/>
            </a:xfrm>
            <a:prstGeom prst="line">
              <a:avLst/>
            </a:prstGeom>
            <a:ln>
              <a:solidFill>
                <a:srgbClr val="314865"/>
              </a:solidFill>
            </a:ln>
          </p:spPr>
          <p:style>
            <a:lnRef idx="1">
              <a:schemeClr val="accent1"/>
            </a:lnRef>
            <a:fillRef idx="0">
              <a:schemeClr val="accent1"/>
            </a:fillRef>
            <a:effectRef idx="0">
              <a:schemeClr val="accent1"/>
            </a:effectRef>
            <a:fontRef idx="minor">
              <a:schemeClr val="tx1"/>
            </a:fontRef>
          </p:style>
        </p:cxnSp>
        <p:sp>
          <p:nvSpPr>
            <p:cNvPr id="60" name="文本框 59">
              <a:extLst>
                <a:ext uri="{FF2B5EF4-FFF2-40B4-BE49-F238E27FC236}">
                  <a16:creationId xmlns:a16="http://schemas.microsoft.com/office/drawing/2014/main" id="{A3C54D7A-0522-48CD-8D8E-BC01E7092193}"/>
                </a:ext>
              </a:extLst>
            </p:cNvPr>
            <p:cNvSpPr txBox="1"/>
            <p:nvPr/>
          </p:nvSpPr>
          <p:spPr>
            <a:xfrm>
              <a:off x="534486" y="178180"/>
              <a:ext cx="2434746" cy="338554"/>
            </a:xfrm>
            <a:prstGeom prst="rect">
              <a:avLst/>
            </a:prstGeom>
            <a:noFill/>
          </p:spPr>
          <p:txBody>
            <a:bodyPr wrap="square" rtlCol="0">
              <a:spAutoFit/>
            </a:bodyPr>
            <a:lstStyle/>
            <a:p>
              <a:pPr algn="ctr"/>
              <a:r>
                <a:rPr lang="zh-CN" altLang="en-US" sz="1600" b="1" dirty="0">
                  <a:solidFill>
                    <a:srgbClr val="314865"/>
                  </a:solidFill>
                  <a:effectLst>
                    <a:innerShdw blurRad="63500" dist="50800" dir="13500000">
                      <a:prstClr val="black">
                        <a:alpha val="50000"/>
                      </a:prstClr>
                    </a:innerShdw>
                  </a:effectLst>
                  <a:latin typeface="Arial"/>
                  <a:ea typeface="微软雅黑"/>
                  <a:sym typeface="Arial"/>
                </a:rPr>
                <a:t>需求分析</a:t>
              </a:r>
            </a:p>
          </p:txBody>
        </p:sp>
        <p:sp>
          <p:nvSpPr>
            <p:cNvPr id="61" name="矩形 60">
              <a:extLst>
                <a:ext uri="{FF2B5EF4-FFF2-40B4-BE49-F238E27FC236}">
                  <a16:creationId xmlns:a16="http://schemas.microsoft.com/office/drawing/2014/main" id="{75D391F5-F0F7-412D-BE60-672840CBFBF8}"/>
                </a:ext>
              </a:extLst>
            </p:cNvPr>
            <p:cNvSpPr/>
            <p:nvPr/>
          </p:nvSpPr>
          <p:spPr>
            <a:xfrm>
              <a:off x="164616" y="178180"/>
              <a:ext cx="47829" cy="284416"/>
            </a:xfrm>
            <a:prstGeom prst="rect">
              <a:avLst/>
            </a:prstGeom>
            <a:solidFill>
              <a:srgbClr val="314865"/>
            </a:solidFill>
            <a:ln>
              <a:solidFill>
                <a:srgbClr val="3148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
          <p:nvSpPr>
            <p:cNvPr id="62" name="矩形 61">
              <a:extLst>
                <a:ext uri="{FF2B5EF4-FFF2-40B4-BE49-F238E27FC236}">
                  <a16:creationId xmlns:a16="http://schemas.microsoft.com/office/drawing/2014/main" id="{4F43D689-B454-487E-8892-C4383BE8620B}"/>
                </a:ext>
              </a:extLst>
            </p:cNvPr>
            <p:cNvSpPr/>
            <p:nvPr/>
          </p:nvSpPr>
          <p:spPr>
            <a:xfrm>
              <a:off x="275779" y="252586"/>
              <a:ext cx="47828" cy="210010"/>
            </a:xfrm>
            <a:prstGeom prst="rect">
              <a:avLst/>
            </a:prstGeom>
            <a:solidFill>
              <a:srgbClr val="314865"/>
            </a:solidFill>
            <a:ln>
              <a:solidFill>
                <a:srgbClr val="3148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
          <p:nvSpPr>
            <p:cNvPr id="63" name="矩形 62">
              <a:extLst>
                <a:ext uri="{FF2B5EF4-FFF2-40B4-BE49-F238E27FC236}">
                  <a16:creationId xmlns:a16="http://schemas.microsoft.com/office/drawing/2014/main" id="{858C7E83-8507-446E-A9A3-839E29B0B800}"/>
                </a:ext>
              </a:extLst>
            </p:cNvPr>
            <p:cNvSpPr/>
            <p:nvPr/>
          </p:nvSpPr>
          <p:spPr>
            <a:xfrm flipH="1">
              <a:off x="377808" y="320388"/>
              <a:ext cx="47827" cy="142208"/>
            </a:xfrm>
            <a:prstGeom prst="rect">
              <a:avLst/>
            </a:prstGeom>
            <a:solidFill>
              <a:srgbClr val="314865"/>
            </a:solidFill>
            <a:ln>
              <a:solidFill>
                <a:srgbClr val="3148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grpSp>
    </p:spTree>
    <p:extLst>
      <p:ext uri="{BB962C8B-B14F-4D97-AF65-F5344CB8AC3E}">
        <p14:creationId xmlns:p14="http://schemas.microsoft.com/office/powerpoint/2010/main" val="70687892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fade">
                                      <p:cBhvr>
                                        <p:cTn id="7" dur="500"/>
                                        <p:tgtEl>
                                          <p:spTgt spid="39"/>
                                        </p:tgtEl>
                                      </p:cBhvr>
                                    </p:animEffect>
                                  </p:childTnLst>
                                </p:cTn>
                              </p:par>
                              <p:par>
                                <p:cTn id="8" presetID="53" presetClass="entr" presetSubtype="16" fill="hold" nodeType="withEffect">
                                  <p:stCondLst>
                                    <p:cond delay="0"/>
                                  </p:stCondLst>
                                  <p:childTnLst>
                                    <p:set>
                                      <p:cBhvr>
                                        <p:cTn id="9" dur="1" fill="hold">
                                          <p:stCondLst>
                                            <p:cond delay="0"/>
                                          </p:stCondLst>
                                        </p:cTn>
                                        <p:tgtEl>
                                          <p:spTgt spid="39"/>
                                        </p:tgtEl>
                                        <p:attrNameLst>
                                          <p:attrName>style.visibility</p:attrName>
                                        </p:attrNameLst>
                                      </p:cBhvr>
                                      <p:to>
                                        <p:strVal val="visible"/>
                                      </p:to>
                                    </p:set>
                                    <p:anim calcmode="lin" valueType="num">
                                      <p:cBhvr>
                                        <p:cTn id="10" dur="500" fill="hold"/>
                                        <p:tgtEl>
                                          <p:spTgt spid="39"/>
                                        </p:tgtEl>
                                        <p:attrNameLst>
                                          <p:attrName>ppt_w</p:attrName>
                                        </p:attrNameLst>
                                      </p:cBhvr>
                                      <p:tavLst>
                                        <p:tav tm="0">
                                          <p:val>
                                            <p:fltVal val="0"/>
                                          </p:val>
                                        </p:tav>
                                        <p:tav tm="100000">
                                          <p:val>
                                            <p:strVal val="#ppt_w"/>
                                          </p:val>
                                        </p:tav>
                                      </p:tavLst>
                                    </p:anim>
                                    <p:anim calcmode="lin" valueType="num">
                                      <p:cBhvr>
                                        <p:cTn id="11" dur="500" fill="hold"/>
                                        <p:tgtEl>
                                          <p:spTgt spid="39"/>
                                        </p:tgtEl>
                                        <p:attrNameLst>
                                          <p:attrName>ppt_h</p:attrName>
                                        </p:attrNameLst>
                                      </p:cBhvr>
                                      <p:tavLst>
                                        <p:tav tm="0">
                                          <p:val>
                                            <p:fltVal val="0"/>
                                          </p:val>
                                        </p:tav>
                                        <p:tav tm="100000">
                                          <p:val>
                                            <p:strVal val="#ppt_h"/>
                                          </p:val>
                                        </p:tav>
                                      </p:tavLst>
                                    </p:anim>
                                    <p:animEffect transition="in" filter="fade">
                                      <p:cBhvr>
                                        <p:cTn id="12" dur="500"/>
                                        <p:tgtEl>
                                          <p:spTgt spid="39"/>
                                        </p:tgtEl>
                                      </p:cBhvr>
                                    </p:animEffect>
                                  </p:childTnLst>
                                </p:cTn>
                              </p:par>
                              <p:par>
                                <p:cTn id="13" presetID="42" presetClass="path" presetSubtype="0" accel="50000" decel="50000" fill="hold" nodeType="withEffect">
                                  <p:stCondLst>
                                    <p:cond delay="0"/>
                                  </p:stCondLst>
                                  <p:childTnLst>
                                    <p:animMotion origin="layout" path="M 3.95833E-6 3.33333E-6 L 3.95833E-6 0.19514 " pathEditMode="relative" rAng="0" ptsTypes="AA">
                                      <p:cBhvr>
                                        <p:cTn id="14" dur="500" spd="-100000" fill="hold"/>
                                        <p:tgtEl>
                                          <p:spTgt spid="39"/>
                                        </p:tgtEl>
                                        <p:attrNameLst>
                                          <p:attrName>ppt_x</p:attrName>
                                          <p:attrName>ppt_y</p:attrName>
                                        </p:attrNameLst>
                                      </p:cBhvr>
                                      <p:rCtr x="0" y="9745"/>
                                    </p:animMotion>
                                  </p:childTnLst>
                                </p:cTn>
                              </p:par>
                            </p:childTnLst>
                          </p:cTn>
                        </p:par>
                        <p:par>
                          <p:cTn id="15" fill="hold">
                            <p:stCondLst>
                              <p:cond delay="500"/>
                            </p:stCondLst>
                            <p:childTnLst>
                              <p:par>
                                <p:cTn id="16" presetID="53" presetClass="entr" presetSubtype="16" fill="hold" grpId="0" nodeType="afterEffect">
                                  <p:stCondLst>
                                    <p:cond delay="0"/>
                                  </p:stCondLst>
                                  <p:childTnLst>
                                    <p:set>
                                      <p:cBhvr>
                                        <p:cTn id="17" dur="1" fill="hold">
                                          <p:stCondLst>
                                            <p:cond delay="0"/>
                                          </p:stCondLst>
                                        </p:cTn>
                                        <p:tgtEl>
                                          <p:spTgt spid="45"/>
                                        </p:tgtEl>
                                        <p:attrNameLst>
                                          <p:attrName>style.visibility</p:attrName>
                                        </p:attrNameLst>
                                      </p:cBhvr>
                                      <p:to>
                                        <p:strVal val="visible"/>
                                      </p:to>
                                    </p:set>
                                    <p:anim calcmode="lin" valueType="num">
                                      <p:cBhvr>
                                        <p:cTn id="18" dur="500" fill="hold"/>
                                        <p:tgtEl>
                                          <p:spTgt spid="45"/>
                                        </p:tgtEl>
                                        <p:attrNameLst>
                                          <p:attrName>ppt_w</p:attrName>
                                        </p:attrNameLst>
                                      </p:cBhvr>
                                      <p:tavLst>
                                        <p:tav tm="0">
                                          <p:val>
                                            <p:fltVal val="0"/>
                                          </p:val>
                                        </p:tav>
                                        <p:tav tm="100000">
                                          <p:val>
                                            <p:strVal val="#ppt_w"/>
                                          </p:val>
                                        </p:tav>
                                      </p:tavLst>
                                    </p:anim>
                                    <p:anim calcmode="lin" valueType="num">
                                      <p:cBhvr>
                                        <p:cTn id="19" dur="500" fill="hold"/>
                                        <p:tgtEl>
                                          <p:spTgt spid="45"/>
                                        </p:tgtEl>
                                        <p:attrNameLst>
                                          <p:attrName>ppt_h</p:attrName>
                                        </p:attrNameLst>
                                      </p:cBhvr>
                                      <p:tavLst>
                                        <p:tav tm="0">
                                          <p:val>
                                            <p:fltVal val="0"/>
                                          </p:val>
                                        </p:tav>
                                        <p:tav tm="100000">
                                          <p:val>
                                            <p:strVal val="#ppt_h"/>
                                          </p:val>
                                        </p:tav>
                                      </p:tavLst>
                                    </p:anim>
                                    <p:animEffect transition="in" filter="fade">
                                      <p:cBhvr>
                                        <p:cTn id="20" dur="500"/>
                                        <p:tgtEl>
                                          <p:spTgt spid="45"/>
                                        </p:tgtEl>
                                      </p:cBhvr>
                                    </p:animEffect>
                                  </p:childTnLst>
                                </p:cTn>
                              </p:par>
                            </p:childTnLst>
                          </p:cTn>
                        </p:par>
                        <p:par>
                          <p:cTn id="21" fill="hold">
                            <p:stCondLst>
                              <p:cond delay="1000"/>
                            </p:stCondLst>
                            <p:childTnLst>
                              <p:par>
                                <p:cTn id="22" presetID="53" presetClass="entr" presetSubtype="16" fill="hold" nodeType="afterEffect">
                                  <p:stCondLst>
                                    <p:cond delay="0"/>
                                  </p:stCondLst>
                                  <p:childTnLst>
                                    <p:set>
                                      <p:cBhvr>
                                        <p:cTn id="23" dur="1" fill="hold">
                                          <p:stCondLst>
                                            <p:cond delay="0"/>
                                          </p:stCondLst>
                                        </p:cTn>
                                        <p:tgtEl>
                                          <p:spTgt spid="23"/>
                                        </p:tgtEl>
                                        <p:attrNameLst>
                                          <p:attrName>style.visibility</p:attrName>
                                        </p:attrNameLst>
                                      </p:cBhvr>
                                      <p:to>
                                        <p:strVal val="visible"/>
                                      </p:to>
                                    </p:set>
                                    <p:anim calcmode="lin" valueType="num">
                                      <p:cBhvr>
                                        <p:cTn id="24" dur="500" fill="hold"/>
                                        <p:tgtEl>
                                          <p:spTgt spid="23"/>
                                        </p:tgtEl>
                                        <p:attrNameLst>
                                          <p:attrName>ppt_w</p:attrName>
                                        </p:attrNameLst>
                                      </p:cBhvr>
                                      <p:tavLst>
                                        <p:tav tm="0">
                                          <p:val>
                                            <p:fltVal val="0"/>
                                          </p:val>
                                        </p:tav>
                                        <p:tav tm="100000">
                                          <p:val>
                                            <p:strVal val="#ppt_w"/>
                                          </p:val>
                                        </p:tav>
                                      </p:tavLst>
                                    </p:anim>
                                    <p:anim calcmode="lin" valueType="num">
                                      <p:cBhvr>
                                        <p:cTn id="25" dur="500" fill="hold"/>
                                        <p:tgtEl>
                                          <p:spTgt spid="23"/>
                                        </p:tgtEl>
                                        <p:attrNameLst>
                                          <p:attrName>ppt_h</p:attrName>
                                        </p:attrNameLst>
                                      </p:cBhvr>
                                      <p:tavLst>
                                        <p:tav tm="0">
                                          <p:val>
                                            <p:fltVal val="0"/>
                                          </p:val>
                                        </p:tav>
                                        <p:tav tm="100000">
                                          <p:val>
                                            <p:strVal val="#ppt_h"/>
                                          </p:val>
                                        </p:tav>
                                      </p:tavLst>
                                    </p:anim>
                                    <p:animEffect transition="in" filter="fade">
                                      <p:cBhvr>
                                        <p:cTn id="26" dur="500"/>
                                        <p:tgtEl>
                                          <p:spTgt spid="23"/>
                                        </p:tgtEl>
                                      </p:cBhvr>
                                    </p:animEffect>
                                  </p:childTnLst>
                                </p:cTn>
                              </p:par>
                            </p:childTnLst>
                          </p:cTn>
                        </p:par>
                        <p:par>
                          <p:cTn id="27" fill="hold">
                            <p:stCondLst>
                              <p:cond delay="1500"/>
                            </p:stCondLst>
                            <p:childTnLst>
                              <p:par>
                                <p:cTn id="28" presetID="22" presetClass="entr" presetSubtype="4" fill="hold" nodeType="after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wipe(down)">
                                      <p:cBhvr>
                                        <p:cTn id="30" dur="500"/>
                                        <p:tgtEl>
                                          <p:spTgt spid="20"/>
                                        </p:tgtEl>
                                      </p:cBhvr>
                                    </p:animEffect>
                                  </p:childTnLst>
                                </p:cTn>
                              </p:par>
                            </p:childTnLst>
                          </p:cTn>
                        </p:par>
                        <p:par>
                          <p:cTn id="31" fill="hold">
                            <p:stCondLst>
                              <p:cond delay="2000"/>
                            </p:stCondLst>
                            <p:childTnLst>
                              <p:par>
                                <p:cTn id="32" presetID="22" presetClass="entr" presetSubtype="1" fill="hold" grpId="0" nodeType="after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wipe(up)">
                                      <p:cBhvr>
                                        <p:cTn id="34" dur="500"/>
                                        <p:tgtEl>
                                          <p:spTgt spid="22"/>
                                        </p:tgtEl>
                                      </p:cBhvr>
                                    </p:animEffect>
                                  </p:childTnLst>
                                </p:cTn>
                              </p:par>
                              <p:par>
                                <p:cTn id="35" presetID="42" presetClass="entr" presetSubtype="0" fill="hold" grpId="0" nodeType="withEffect">
                                  <p:stCondLst>
                                    <p:cond delay="0"/>
                                  </p:stCondLst>
                                  <p:childTnLst>
                                    <p:set>
                                      <p:cBhvr>
                                        <p:cTn id="36" dur="1" fill="hold">
                                          <p:stCondLst>
                                            <p:cond delay="0"/>
                                          </p:stCondLst>
                                        </p:cTn>
                                        <p:tgtEl>
                                          <p:spTgt spid="21"/>
                                        </p:tgtEl>
                                        <p:attrNameLst>
                                          <p:attrName>style.visibility</p:attrName>
                                        </p:attrNameLst>
                                      </p:cBhvr>
                                      <p:to>
                                        <p:strVal val="visible"/>
                                      </p:to>
                                    </p:set>
                                    <p:animEffect transition="in" filter="fade">
                                      <p:cBhvr>
                                        <p:cTn id="37" dur="500"/>
                                        <p:tgtEl>
                                          <p:spTgt spid="21"/>
                                        </p:tgtEl>
                                      </p:cBhvr>
                                    </p:animEffect>
                                    <p:anim calcmode="lin" valueType="num">
                                      <p:cBhvr>
                                        <p:cTn id="38" dur="500" fill="hold"/>
                                        <p:tgtEl>
                                          <p:spTgt spid="21"/>
                                        </p:tgtEl>
                                        <p:attrNameLst>
                                          <p:attrName>ppt_x</p:attrName>
                                        </p:attrNameLst>
                                      </p:cBhvr>
                                      <p:tavLst>
                                        <p:tav tm="0">
                                          <p:val>
                                            <p:strVal val="#ppt_x"/>
                                          </p:val>
                                        </p:tav>
                                        <p:tav tm="100000">
                                          <p:val>
                                            <p:strVal val="#ppt_x"/>
                                          </p:val>
                                        </p:tav>
                                      </p:tavLst>
                                    </p:anim>
                                    <p:anim calcmode="lin" valueType="num">
                                      <p:cBhvr>
                                        <p:cTn id="39" dur="500" fill="hold"/>
                                        <p:tgtEl>
                                          <p:spTgt spid="21"/>
                                        </p:tgtEl>
                                        <p:attrNameLst>
                                          <p:attrName>ppt_y</p:attrName>
                                        </p:attrNameLst>
                                      </p:cBhvr>
                                      <p:tavLst>
                                        <p:tav tm="0">
                                          <p:val>
                                            <p:strVal val="#ppt_y+.1"/>
                                          </p:val>
                                        </p:tav>
                                        <p:tav tm="100000">
                                          <p:val>
                                            <p:strVal val="#ppt_y"/>
                                          </p:val>
                                        </p:tav>
                                      </p:tavLst>
                                    </p:anim>
                                  </p:childTnLst>
                                </p:cTn>
                              </p:par>
                            </p:childTnLst>
                          </p:cTn>
                        </p:par>
                        <p:par>
                          <p:cTn id="40" fill="hold">
                            <p:stCondLst>
                              <p:cond delay="2500"/>
                            </p:stCondLst>
                            <p:childTnLst>
                              <p:par>
                                <p:cTn id="41" presetID="53" presetClass="entr" presetSubtype="16" fill="hold" nodeType="afterEffect">
                                  <p:stCondLst>
                                    <p:cond delay="0"/>
                                  </p:stCondLst>
                                  <p:childTnLst>
                                    <p:set>
                                      <p:cBhvr>
                                        <p:cTn id="42" dur="1" fill="hold">
                                          <p:stCondLst>
                                            <p:cond delay="0"/>
                                          </p:stCondLst>
                                        </p:cTn>
                                        <p:tgtEl>
                                          <p:spTgt spid="35"/>
                                        </p:tgtEl>
                                        <p:attrNameLst>
                                          <p:attrName>style.visibility</p:attrName>
                                        </p:attrNameLst>
                                      </p:cBhvr>
                                      <p:to>
                                        <p:strVal val="visible"/>
                                      </p:to>
                                    </p:set>
                                    <p:anim calcmode="lin" valueType="num">
                                      <p:cBhvr>
                                        <p:cTn id="43" dur="500" fill="hold"/>
                                        <p:tgtEl>
                                          <p:spTgt spid="35"/>
                                        </p:tgtEl>
                                        <p:attrNameLst>
                                          <p:attrName>ppt_w</p:attrName>
                                        </p:attrNameLst>
                                      </p:cBhvr>
                                      <p:tavLst>
                                        <p:tav tm="0">
                                          <p:val>
                                            <p:fltVal val="0"/>
                                          </p:val>
                                        </p:tav>
                                        <p:tav tm="100000">
                                          <p:val>
                                            <p:strVal val="#ppt_w"/>
                                          </p:val>
                                        </p:tav>
                                      </p:tavLst>
                                    </p:anim>
                                    <p:anim calcmode="lin" valueType="num">
                                      <p:cBhvr>
                                        <p:cTn id="44" dur="500" fill="hold"/>
                                        <p:tgtEl>
                                          <p:spTgt spid="35"/>
                                        </p:tgtEl>
                                        <p:attrNameLst>
                                          <p:attrName>ppt_h</p:attrName>
                                        </p:attrNameLst>
                                      </p:cBhvr>
                                      <p:tavLst>
                                        <p:tav tm="0">
                                          <p:val>
                                            <p:fltVal val="0"/>
                                          </p:val>
                                        </p:tav>
                                        <p:tav tm="100000">
                                          <p:val>
                                            <p:strVal val="#ppt_h"/>
                                          </p:val>
                                        </p:tav>
                                      </p:tavLst>
                                    </p:anim>
                                    <p:animEffect transition="in" filter="fade">
                                      <p:cBhvr>
                                        <p:cTn id="45" dur="500"/>
                                        <p:tgtEl>
                                          <p:spTgt spid="35"/>
                                        </p:tgtEl>
                                      </p:cBhvr>
                                    </p:animEffect>
                                  </p:childTnLst>
                                </p:cTn>
                              </p:par>
                            </p:childTnLst>
                          </p:cTn>
                        </p:par>
                        <p:par>
                          <p:cTn id="46" fill="hold">
                            <p:stCondLst>
                              <p:cond delay="3000"/>
                            </p:stCondLst>
                            <p:childTnLst>
                              <p:par>
                                <p:cTn id="47" presetID="22" presetClass="entr" presetSubtype="4" fill="hold" nodeType="afterEffect">
                                  <p:stCondLst>
                                    <p:cond delay="0"/>
                                  </p:stCondLst>
                                  <p:childTnLst>
                                    <p:set>
                                      <p:cBhvr>
                                        <p:cTn id="48" dur="1" fill="hold">
                                          <p:stCondLst>
                                            <p:cond delay="0"/>
                                          </p:stCondLst>
                                        </p:cTn>
                                        <p:tgtEl>
                                          <p:spTgt spid="32"/>
                                        </p:tgtEl>
                                        <p:attrNameLst>
                                          <p:attrName>style.visibility</p:attrName>
                                        </p:attrNameLst>
                                      </p:cBhvr>
                                      <p:to>
                                        <p:strVal val="visible"/>
                                      </p:to>
                                    </p:set>
                                    <p:animEffect transition="in" filter="wipe(down)">
                                      <p:cBhvr>
                                        <p:cTn id="49" dur="500"/>
                                        <p:tgtEl>
                                          <p:spTgt spid="32"/>
                                        </p:tgtEl>
                                      </p:cBhvr>
                                    </p:animEffect>
                                  </p:childTnLst>
                                </p:cTn>
                              </p:par>
                            </p:childTnLst>
                          </p:cTn>
                        </p:par>
                        <p:par>
                          <p:cTn id="50" fill="hold">
                            <p:stCondLst>
                              <p:cond delay="3500"/>
                            </p:stCondLst>
                            <p:childTnLst>
                              <p:par>
                                <p:cTn id="51" presetID="22" presetClass="entr" presetSubtype="1" fill="hold" grpId="0" nodeType="afterEffect">
                                  <p:stCondLst>
                                    <p:cond delay="0"/>
                                  </p:stCondLst>
                                  <p:childTnLst>
                                    <p:set>
                                      <p:cBhvr>
                                        <p:cTn id="52" dur="1" fill="hold">
                                          <p:stCondLst>
                                            <p:cond delay="0"/>
                                          </p:stCondLst>
                                        </p:cTn>
                                        <p:tgtEl>
                                          <p:spTgt spid="34"/>
                                        </p:tgtEl>
                                        <p:attrNameLst>
                                          <p:attrName>style.visibility</p:attrName>
                                        </p:attrNameLst>
                                      </p:cBhvr>
                                      <p:to>
                                        <p:strVal val="visible"/>
                                      </p:to>
                                    </p:set>
                                    <p:animEffect transition="in" filter="wipe(up)">
                                      <p:cBhvr>
                                        <p:cTn id="53" dur="500"/>
                                        <p:tgtEl>
                                          <p:spTgt spid="34"/>
                                        </p:tgtEl>
                                      </p:cBhvr>
                                    </p:animEffect>
                                  </p:childTnLst>
                                </p:cTn>
                              </p:par>
                              <p:par>
                                <p:cTn id="54" presetID="42" presetClass="entr" presetSubtype="0" fill="hold" grpId="0" nodeType="withEffect">
                                  <p:stCondLst>
                                    <p:cond delay="0"/>
                                  </p:stCondLst>
                                  <p:childTnLst>
                                    <p:set>
                                      <p:cBhvr>
                                        <p:cTn id="55" dur="1" fill="hold">
                                          <p:stCondLst>
                                            <p:cond delay="0"/>
                                          </p:stCondLst>
                                        </p:cTn>
                                        <p:tgtEl>
                                          <p:spTgt spid="33"/>
                                        </p:tgtEl>
                                        <p:attrNameLst>
                                          <p:attrName>style.visibility</p:attrName>
                                        </p:attrNameLst>
                                      </p:cBhvr>
                                      <p:to>
                                        <p:strVal val="visible"/>
                                      </p:to>
                                    </p:set>
                                    <p:animEffect transition="in" filter="fade">
                                      <p:cBhvr>
                                        <p:cTn id="56" dur="500"/>
                                        <p:tgtEl>
                                          <p:spTgt spid="33"/>
                                        </p:tgtEl>
                                      </p:cBhvr>
                                    </p:animEffect>
                                    <p:anim calcmode="lin" valueType="num">
                                      <p:cBhvr>
                                        <p:cTn id="57" dur="500" fill="hold"/>
                                        <p:tgtEl>
                                          <p:spTgt spid="33"/>
                                        </p:tgtEl>
                                        <p:attrNameLst>
                                          <p:attrName>ppt_x</p:attrName>
                                        </p:attrNameLst>
                                      </p:cBhvr>
                                      <p:tavLst>
                                        <p:tav tm="0">
                                          <p:val>
                                            <p:strVal val="#ppt_x"/>
                                          </p:val>
                                        </p:tav>
                                        <p:tav tm="100000">
                                          <p:val>
                                            <p:strVal val="#ppt_x"/>
                                          </p:val>
                                        </p:tav>
                                      </p:tavLst>
                                    </p:anim>
                                    <p:anim calcmode="lin" valueType="num">
                                      <p:cBhvr>
                                        <p:cTn id="58" dur="500" fill="hold"/>
                                        <p:tgtEl>
                                          <p:spTgt spid="33"/>
                                        </p:tgtEl>
                                        <p:attrNameLst>
                                          <p:attrName>ppt_y</p:attrName>
                                        </p:attrNameLst>
                                      </p:cBhvr>
                                      <p:tavLst>
                                        <p:tav tm="0">
                                          <p:val>
                                            <p:strVal val="#ppt_y+.1"/>
                                          </p:val>
                                        </p:tav>
                                        <p:tav tm="100000">
                                          <p:val>
                                            <p:strVal val="#ppt_y"/>
                                          </p:val>
                                        </p:tav>
                                      </p:tavLst>
                                    </p:anim>
                                  </p:childTnLst>
                                </p:cTn>
                              </p:par>
                            </p:childTnLst>
                          </p:cTn>
                        </p:par>
                        <p:par>
                          <p:cTn id="59" fill="hold">
                            <p:stCondLst>
                              <p:cond delay="4000"/>
                            </p:stCondLst>
                            <p:childTnLst>
                              <p:par>
                                <p:cTn id="60" presetID="53" presetClass="entr" presetSubtype="16" fill="hold" nodeType="afterEffect">
                                  <p:stCondLst>
                                    <p:cond delay="0"/>
                                  </p:stCondLst>
                                  <p:childTnLst>
                                    <p:set>
                                      <p:cBhvr>
                                        <p:cTn id="61" dur="1" fill="hold">
                                          <p:stCondLst>
                                            <p:cond delay="0"/>
                                          </p:stCondLst>
                                        </p:cTn>
                                        <p:tgtEl>
                                          <p:spTgt spid="29"/>
                                        </p:tgtEl>
                                        <p:attrNameLst>
                                          <p:attrName>style.visibility</p:attrName>
                                        </p:attrNameLst>
                                      </p:cBhvr>
                                      <p:to>
                                        <p:strVal val="visible"/>
                                      </p:to>
                                    </p:set>
                                    <p:anim calcmode="lin" valueType="num">
                                      <p:cBhvr>
                                        <p:cTn id="62" dur="500" fill="hold"/>
                                        <p:tgtEl>
                                          <p:spTgt spid="29"/>
                                        </p:tgtEl>
                                        <p:attrNameLst>
                                          <p:attrName>ppt_w</p:attrName>
                                        </p:attrNameLst>
                                      </p:cBhvr>
                                      <p:tavLst>
                                        <p:tav tm="0">
                                          <p:val>
                                            <p:fltVal val="0"/>
                                          </p:val>
                                        </p:tav>
                                        <p:tav tm="100000">
                                          <p:val>
                                            <p:strVal val="#ppt_w"/>
                                          </p:val>
                                        </p:tav>
                                      </p:tavLst>
                                    </p:anim>
                                    <p:anim calcmode="lin" valueType="num">
                                      <p:cBhvr>
                                        <p:cTn id="63" dur="500" fill="hold"/>
                                        <p:tgtEl>
                                          <p:spTgt spid="29"/>
                                        </p:tgtEl>
                                        <p:attrNameLst>
                                          <p:attrName>ppt_h</p:attrName>
                                        </p:attrNameLst>
                                      </p:cBhvr>
                                      <p:tavLst>
                                        <p:tav tm="0">
                                          <p:val>
                                            <p:fltVal val="0"/>
                                          </p:val>
                                        </p:tav>
                                        <p:tav tm="100000">
                                          <p:val>
                                            <p:strVal val="#ppt_h"/>
                                          </p:val>
                                        </p:tav>
                                      </p:tavLst>
                                    </p:anim>
                                    <p:animEffect transition="in" filter="fade">
                                      <p:cBhvr>
                                        <p:cTn id="64" dur="500"/>
                                        <p:tgtEl>
                                          <p:spTgt spid="29"/>
                                        </p:tgtEl>
                                      </p:cBhvr>
                                    </p:animEffect>
                                  </p:childTnLst>
                                </p:cTn>
                              </p:par>
                            </p:childTnLst>
                          </p:cTn>
                        </p:par>
                        <p:par>
                          <p:cTn id="65" fill="hold">
                            <p:stCondLst>
                              <p:cond delay="4500"/>
                            </p:stCondLst>
                            <p:childTnLst>
                              <p:par>
                                <p:cTn id="66" presetID="22" presetClass="entr" presetSubtype="4" fill="hold" nodeType="afterEffect">
                                  <p:stCondLst>
                                    <p:cond delay="0"/>
                                  </p:stCondLst>
                                  <p:childTnLst>
                                    <p:set>
                                      <p:cBhvr>
                                        <p:cTn id="67" dur="1" fill="hold">
                                          <p:stCondLst>
                                            <p:cond delay="0"/>
                                          </p:stCondLst>
                                        </p:cTn>
                                        <p:tgtEl>
                                          <p:spTgt spid="26"/>
                                        </p:tgtEl>
                                        <p:attrNameLst>
                                          <p:attrName>style.visibility</p:attrName>
                                        </p:attrNameLst>
                                      </p:cBhvr>
                                      <p:to>
                                        <p:strVal val="visible"/>
                                      </p:to>
                                    </p:set>
                                    <p:animEffect transition="in" filter="wipe(down)">
                                      <p:cBhvr>
                                        <p:cTn id="68" dur="500"/>
                                        <p:tgtEl>
                                          <p:spTgt spid="26"/>
                                        </p:tgtEl>
                                      </p:cBhvr>
                                    </p:animEffect>
                                  </p:childTnLst>
                                </p:cTn>
                              </p:par>
                            </p:childTnLst>
                          </p:cTn>
                        </p:par>
                        <p:par>
                          <p:cTn id="69" fill="hold">
                            <p:stCondLst>
                              <p:cond delay="5000"/>
                            </p:stCondLst>
                            <p:childTnLst>
                              <p:par>
                                <p:cTn id="70" presetID="22" presetClass="entr" presetSubtype="1" fill="hold" grpId="0" nodeType="afterEffect">
                                  <p:stCondLst>
                                    <p:cond delay="0"/>
                                  </p:stCondLst>
                                  <p:childTnLst>
                                    <p:set>
                                      <p:cBhvr>
                                        <p:cTn id="71" dur="1" fill="hold">
                                          <p:stCondLst>
                                            <p:cond delay="0"/>
                                          </p:stCondLst>
                                        </p:cTn>
                                        <p:tgtEl>
                                          <p:spTgt spid="28"/>
                                        </p:tgtEl>
                                        <p:attrNameLst>
                                          <p:attrName>style.visibility</p:attrName>
                                        </p:attrNameLst>
                                      </p:cBhvr>
                                      <p:to>
                                        <p:strVal val="visible"/>
                                      </p:to>
                                    </p:set>
                                    <p:animEffect transition="in" filter="wipe(up)">
                                      <p:cBhvr>
                                        <p:cTn id="72" dur="500"/>
                                        <p:tgtEl>
                                          <p:spTgt spid="28"/>
                                        </p:tgtEl>
                                      </p:cBhvr>
                                    </p:animEffect>
                                  </p:childTnLst>
                                </p:cTn>
                              </p:par>
                              <p:par>
                                <p:cTn id="73" presetID="42" presetClass="entr" presetSubtype="0" fill="hold" grpId="0" nodeType="withEffect">
                                  <p:stCondLst>
                                    <p:cond delay="0"/>
                                  </p:stCondLst>
                                  <p:childTnLst>
                                    <p:set>
                                      <p:cBhvr>
                                        <p:cTn id="74" dur="1" fill="hold">
                                          <p:stCondLst>
                                            <p:cond delay="0"/>
                                          </p:stCondLst>
                                        </p:cTn>
                                        <p:tgtEl>
                                          <p:spTgt spid="27"/>
                                        </p:tgtEl>
                                        <p:attrNameLst>
                                          <p:attrName>style.visibility</p:attrName>
                                        </p:attrNameLst>
                                      </p:cBhvr>
                                      <p:to>
                                        <p:strVal val="visible"/>
                                      </p:to>
                                    </p:set>
                                    <p:animEffect transition="in" filter="fade">
                                      <p:cBhvr>
                                        <p:cTn id="75" dur="500"/>
                                        <p:tgtEl>
                                          <p:spTgt spid="27"/>
                                        </p:tgtEl>
                                      </p:cBhvr>
                                    </p:animEffect>
                                    <p:anim calcmode="lin" valueType="num">
                                      <p:cBhvr>
                                        <p:cTn id="76" dur="500" fill="hold"/>
                                        <p:tgtEl>
                                          <p:spTgt spid="27"/>
                                        </p:tgtEl>
                                        <p:attrNameLst>
                                          <p:attrName>ppt_x</p:attrName>
                                        </p:attrNameLst>
                                      </p:cBhvr>
                                      <p:tavLst>
                                        <p:tav tm="0">
                                          <p:val>
                                            <p:strVal val="#ppt_x"/>
                                          </p:val>
                                        </p:tav>
                                        <p:tav tm="100000">
                                          <p:val>
                                            <p:strVal val="#ppt_x"/>
                                          </p:val>
                                        </p:tav>
                                      </p:tavLst>
                                    </p:anim>
                                    <p:anim calcmode="lin" valueType="num">
                                      <p:cBhvr>
                                        <p:cTn id="77" dur="500" fill="hold"/>
                                        <p:tgtEl>
                                          <p:spTgt spid="2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2" grpId="0"/>
      <p:bldP spid="27" grpId="0"/>
      <p:bldP spid="28" grpId="0"/>
      <p:bldP spid="33" grpId="0"/>
      <p:bldP spid="34" grpId="0"/>
      <p:bldP spid="4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组合 36">
            <a:extLst>
              <a:ext uri="{FF2B5EF4-FFF2-40B4-BE49-F238E27FC236}">
                <a16:creationId xmlns:a16="http://schemas.microsoft.com/office/drawing/2014/main" id="{CEDD056C-1F47-43EA-8352-2C0758293395}"/>
              </a:ext>
            </a:extLst>
          </p:cNvPr>
          <p:cNvGrpSpPr/>
          <p:nvPr/>
        </p:nvGrpSpPr>
        <p:grpSpPr>
          <a:xfrm>
            <a:off x="164616" y="178180"/>
            <a:ext cx="2804616" cy="368580"/>
            <a:chOff x="164616" y="178180"/>
            <a:chExt cx="2804616" cy="368580"/>
          </a:xfrm>
        </p:grpSpPr>
        <p:cxnSp>
          <p:nvCxnSpPr>
            <p:cNvPr id="38" name="直接连接符 37">
              <a:extLst>
                <a:ext uri="{FF2B5EF4-FFF2-40B4-BE49-F238E27FC236}">
                  <a16:creationId xmlns:a16="http://schemas.microsoft.com/office/drawing/2014/main" id="{CF85D97D-FC73-4593-94B6-B332AD68BE83}"/>
                </a:ext>
              </a:extLst>
            </p:cNvPr>
            <p:cNvCxnSpPr>
              <a:cxnSpLocks/>
            </p:cNvCxnSpPr>
            <p:nvPr/>
          </p:nvCxnSpPr>
          <p:spPr>
            <a:xfrm flipV="1">
              <a:off x="164616" y="535956"/>
              <a:ext cx="2804616" cy="10804"/>
            </a:xfrm>
            <a:prstGeom prst="line">
              <a:avLst/>
            </a:prstGeom>
            <a:ln>
              <a:solidFill>
                <a:srgbClr val="314865"/>
              </a:solidFill>
            </a:ln>
          </p:spPr>
          <p:style>
            <a:lnRef idx="1">
              <a:schemeClr val="accent1"/>
            </a:lnRef>
            <a:fillRef idx="0">
              <a:schemeClr val="accent1"/>
            </a:fillRef>
            <a:effectRef idx="0">
              <a:schemeClr val="accent1"/>
            </a:effectRef>
            <a:fontRef idx="minor">
              <a:schemeClr val="tx1"/>
            </a:fontRef>
          </p:style>
        </p:cxnSp>
        <p:sp>
          <p:nvSpPr>
            <p:cNvPr id="39" name="文本框 38">
              <a:extLst>
                <a:ext uri="{FF2B5EF4-FFF2-40B4-BE49-F238E27FC236}">
                  <a16:creationId xmlns:a16="http://schemas.microsoft.com/office/drawing/2014/main" id="{966720C6-0F48-4A83-8445-1B83245158A5}"/>
                </a:ext>
              </a:extLst>
            </p:cNvPr>
            <p:cNvSpPr txBox="1"/>
            <p:nvPr/>
          </p:nvSpPr>
          <p:spPr>
            <a:xfrm>
              <a:off x="534486" y="178180"/>
              <a:ext cx="2434746" cy="338554"/>
            </a:xfrm>
            <a:prstGeom prst="rect">
              <a:avLst/>
            </a:prstGeom>
            <a:noFill/>
          </p:spPr>
          <p:txBody>
            <a:bodyPr wrap="square" rtlCol="0">
              <a:spAutoFit/>
            </a:bodyPr>
            <a:lstStyle/>
            <a:p>
              <a:pPr algn="ctr"/>
              <a:r>
                <a:rPr lang="zh-CN" altLang="en-US" sz="1600" b="1" dirty="0">
                  <a:solidFill>
                    <a:srgbClr val="314865"/>
                  </a:solidFill>
                  <a:effectLst>
                    <a:innerShdw blurRad="63500" dist="50800" dir="13500000">
                      <a:prstClr val="black">
                        <a:alpha val="50000"/>
                      </a:prstClr>
                    </a:innerShdw>
                  </a:effectLst>
                  <a:latin typeface="Arial"/>
                  <a:ea typeface="微软雅黑"/>
                  <a:sym typeface="Arial"/>
                </a:rPr>
                <a:t>需求分析</a:t>
              </a:r>
            </a:p>
          </p:txBody>
        </p:sp>
        <p:sp>
          <p:nvSpPr>
            <p:cNvPr id="40" name="矩形 39">
              <a:extLst>
                <a:ext uri="{FF2B5EF4-FFF2-40B4-BE49-F238E27FC236}">
                  <a16:creationId xmlns:a16="http://schemas.microsoft.com/office/drawing/2014/main" id="{423E2E92-C9B7-46BD-BB14-D9D3A1DEE19D}"/>
                </a:ext>
              </a:extLst>
            </p:cNvPr>
            <p:cNvSpPr/>
            <p:nvPr/>
          </p:nvSpPr>
          <p:spPr>
            <a:xfrm>
              <a:off x="164616" y="178180"/>
              <a:ext cx="47829" cy="284416"/>
            </a:xfrm>
            <a:prstGeom prst="rect">
              <a:avLst/>
            </a:prstGeom>
            <a:solidFill>
              <a:srgbClr val="314865"/>
            </a:solidFill>
            <a:ln>
              <a:solidFill>
                <a:srgbClr val="3148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
          <p:nvSpPr>
            <p:cNvPr id="41" name="矩形 40">
              <a:extLst>
                <a:ext uri="{FF2B5EF4-FFF2-40B4-BE49-F238E27FC236}">
                  <a16:creationId xmlns:a16="http://schemas.microsoft.com/office/drawing/2014/main" id="{1F311124-CF69-4DAF-9A0B-D268C312D6B9}"/>
                </a:ext>
              </a:extLst>
            </p:cNvPr>
            <p:cNvSpPr/>
            <p:nvPr/>
          </p:nvSpPr>
          <p:spPr>
            <a:xfrm>
              <a:off x="275779" y="252586"/>
              <a:ext cx="47828" cy="210010"/>
            </a:xfrm>
            <a:prstGeom prst="rect">
              <a:avLst/>
            </a:prstGeom>
            <a:solidFill>
              <a:srgbClr val="314865"/>
            </a:solidFill>
            <a:ln>
              <a:solidFill>
                <a:srgbClr val="3148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
          <p:nvSpPr>
            <p:cNvPr id="42" name="矩形 41">
              <a:extLst>
                <a:ext uri="{FF2B5EF4-FFF2-40B4-BE49-F238E27FC236}">
                  <a16:creationId xmlns:a16="http://schemas.microsoft.com/office/drawing/2014/main" id="{E2207EEA-678C-456A-9948-65094188A238}"/>
                </a:ext>
              </a:extLst>
            </p:cNvPr>
            <p:cNvSpPr/>
            <p:nvPr/>
          </p:nvSpPr>
          <p:spPr>
            <a:xfrm flipH="1">
              <a:off x="377808" y="320388"/>
              <a:ext cx="47827" cy="142208"/>
            </a:xfrm>
            <a:prstGeom prst="rect">
              <a:avLst/>
            </a:prstGeom>
            <a:solidFill>
              <a:srgbClr val="314865"/>
            </a:solidFill>
            <a:ln>
              <a:solidFill>
                <a:srgbClr val="3148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grpSp>
      <p:sp>
        <p:nvSpPr>
          <p:cNvPr id="2" name="文本框 1">
            <a:extLst>
              <a:ext uri="{FF2B5EF4-FFF2-40B4-BE49-F238E27FC236}">
                <a16:creationId xmlns:a16="http://schemas.microsoft.com/office/drawing/2014/main" id="{2F9A0567-26CC-0381-BCDA-77754CB89DC2}"/>
              </a:ext>
            </a:extLst>
          </p:cNvPr>
          <p:cNvSpPr txBox="1"/>
          <p:nvPr/>
        </p:nvSpPr>
        <p:spPr>
          <a:xfrm>
            <a:off x="902208" y="932688"/>
            <a:ext cx="2543597" cy="461665"/>
          </a:xfrm>
          <a:prstGeom prst="rect">
            <a:avLst/>
          </a:prstGeom>
          <a:noFill/>
        </p:spPr>
        <p:txBody>
          <a:bodyPr wrap="square" rtlCol="0">
            <a:spAutoFit/>
          </a:bodyPr>
          <a:lstStyle/>
          <a:p>
            <a:r>
              <a:rPr lang="en-US" altLang="zh-CN" sz="2400">
                <a:solidFill>
                  <a:srgbClr val="314865"/>
                </a:solidFill>
                <a:latin typeface="Arial"/>
                <a:cs typeface="+mn-ea"/>
              </a:rPr>
              <a:t>1.</a:t>
            </a:r>
            <a:r>
              <a:rPr lang="zh-CN" altLang="en-US" sz="2400">
                <a:solidFill>
                  <a:srgbClr val="314865"/>
                </a:solidFill>
                <a:latin typeface="Arial"/>
                <a:cs typeface="+mn-ea"/>
              </a:rPr>
              <a:t>可行性分析</a:t>
            </a:r>
          </a:p>
        </p:txBody>
      </p:sp>
      <p:sp>
        <p:nvSpPr>
          <p:cNvPr id="4" name="文本框 3">
            <a:extLst>
              <a:ext uri="{FF2B5EF4-FFF2-40B4-BE49-F238E27FC236}">
                <a16:creationId xmlns:a16="http://schemas.microsoft.com/office/drawing/2014/main" id="{12BA0F02-15B1-A381-0E41-E2D9B7B315F2}"/>
              </a:ext>
            </a:extLst>
          </p:cNvPr>
          <p:cNvSpPr txBox="1"/>
          <p:nvPr/>
        </p:nvSpPr>
        <p:spPr>
          <a:xfrm>
            <a:off x="902208" y="1545336"/>
            <a:ext cx="10387584" cy="3754874"/>
          </a:xfrm>
          <a:prstGeom prst="rect">
            <a:avLst/>
          </a:prstGeom>
          <a:noFill/>
        </p:spPr>
        <p:txBody>
          <a:bodyPr wrap="square" rtlCol="0">
            <a:spAutoFit/>
          </a:bodyPr>
          <a:lstStyle/>
          <a:p>
            <a:pPr marL="285750" indent="-285750" algn="just">
              <a:buFont typeface="Arial" panose="020B0604020202020204" pitchFamily="34" charset="0"/>
              <a:buChar char="•"/>
            </a:pPr>
            <a:r>
              <a:rPr lang="zh-CN" altLang="en-US" sz="2000">
                <a:solidFill>
                  <a:srgbClr val="314865"/>
                </a:solidFill>
                <a:latin typeface="Arial"/>
                <a:cs typeface="+mn-ea"/>
              </a:rPr>
              <a:t>技术可行性</a:t>
            </a:r>
          </a:p>
          <a:p>
            <a:pPr algn="just"/>
            <a:r>
              <a:rPr lang="zh-CN" altLang="en-US" sz="2000">
                <a:solidFill>
                  <a:srgbClr val="314865"/>
                </a:solidFill>
                <a:latin typeface="Arial"/>
                <a:cs typeface="+mn-ea"/>
              </a:rPr>
              <a:t>本文的</a:t>
            </a:r>
            <a:r>
              <a:rPr lang="en-US" altLang="zh-CN" sz="2000">
                <a:solidFill>
                  <a:srgbClr val="314865"/>
                </a:solidFill>
                <a:latin typeface="Arial"/>
                <a:cs typeface="+mn-ea"/>
              </a:rPr>
              <a:t>E</a:t>
            </a:r>
            <a:r>
              <a:rPr lang="zh-CN" altLang="en-US" sz="2000">
                <a:solidFill>
                  <a:srgbClr val="314865"/>
                </a:solidFill>
                <a:latin typeface="Arial"/>
                <a:cs typeface="+mn-ea"/>
              </a:rPr>
              <a:t>家网上商店是一个</a:t>
            </a:r>
            <a:r>
              <a:rPr lang="en-US" altLang="zh-CN" sz="2000">
                <a:solidFill>
                  <a:srgbClr val="314865"/>
                </a:solidFill>
                <a:latin typeface="Arial"/>
                <a:cs typeface="+mn-ea"/>
              </a:rPr>
              <a:t>web</a:t>
            </a:r>
            <a:r>
              <a:rPr lang="zh-CN" altLang="en-US" sz="2000">
                <a:solidFill>
                  <a:srgbClr val="314865"/>
                </a:solidFill>
                <a:latin typeface="Arial"/>
                <a:cs typeface="+mn-ea"/>
              </a:rPr>
              <a:t>系统，使用</a:t>
            </a:r>
            <a:r>
              <a:rPr lang="en-US" altLang="zh-CN" sz="2000">
                <a:solidFill>
                  <a:srgbClr val="314865"/>
                </a:solidFill>
                <a:latin typeface="Arial"/>
                <a:cs typeface="+mn-ea"/>
              </a:rPr>
              <a:t>Java</a:t>
            </a:r>
            <a:r>
              <a:rPr lang="zh-CN" altLang="en-US" sz="2000">
                <a:solidFill>
                  <a:srgbClr val="314865"/>
                </a:solidFill>
                <a:latin typeface="Arial"/>
                <a:cs typeface="+mn-ea"/>
              </a:rPr>
              <a:t>语言，运用</a:t>
            </a:r>
            <a:r>
              <a:rPr lang="en-US" altLang="zh-CN" sz="2000">
                <a:solidFill>
                  <a:srgbClr val="314865"/>
                </a:solidFill>
                <a:latin typeface="Arial"/>
                <a:cs typeface="+mn-ea"/>
              </a:rPr>
              <a:t>Spring</a:t>
            </a:r>
            <a:r>
              <a:rPr lang="zh-CN" altLang="en-US" sz="2000">
                <a:solidFill>
                  <a:srgbClr val="314865"/>
                </a:solidFill>
                <a:latin typeface="Arial"/>
                <a:cs typeface="+mn-ea"/>
              </a:rPr>
              <a:t>系列框架、</a:t>
            </a:r>
            <a:r>
              <a:rPr lang="en-US" altLang="zh-CN" sz="2000">
                <a:solidFill>
                  <a:srgbClr val="314865"/>
                </a:solidFill>
                <a:latin typeface="Arial"/>
                <a:cs typeface="+mn-ea"/>
              </a:rPr>
              <a:t>Mybatis</a:t>
            </a:r>
            <a:r>
              <a:rPr lang="zh-CN" altLang="en-US" sz="2000">
                <a:solidFill>
                  <a:srgbClr val="314865"/>
                </a:solidFill>
                <a:latin typeface="Arial"/>
                <a:cs typeface="+mn-ea"/>
              </a:rPr>
              <a:t>持久层框架、</a:t>
            </a:r>
            <a:r>
              <a:rPr lang="en-US" altLang="zh-CN" sz="2000">
                <a:solidFill>
                  <a:srgbClr val="314865"/>
                </a:solidFill>
                <a:latin typeface="Arial"/>
                <a:cs typeface="+mn-ea"/>
              </a:rPr>
              <a:t>MySQL</a:t>
            </a:r>
            <a:r>
              <a:rPr lang="zh-CN" altLang="en-US" sz="2000">
                <a:solidFill>
                  <a:srgbClr val="314865"/>
                </a:solidFill>
                <a:latin typeface="Arial"/>
                <a:cs typeface="+mn-ea"/>
              </a:rPr>
              <a:t>、</a:t>
            </a:r>
            <a:r>
              <a:rPr lang="en-US" altLang="zh-CN" sz="2000">
                <a:solidFill>
                  <a:srgbClr val="314865"/>
                </a:solidFill>
                <a:latin typeface="Arial"/>
                <a:cs typeface="+mn-ea"/>
              </a:rPr>
              <a:t>HTML</a:t>
            </a:r>
            <a:r>
              <a:rPr lang="zh-CN" altLang="en-US" sz="2000">
                <a:solidFill>
                  <a:srgbClr val="314865"/>
                </a:solidFill>
                <a:latin typeface="Arial"/>
                <a:cs typeface="+mn-ea"/>
              </a:rPr>
              <a:t>、</a:t>
            </a:r>
            <a:r>
              <a:rPr lang="en-US" altLang="zh-CN" sz="2000">
                <a:solidFill>
                  <a:srgbClr val="314865"/>
                </a:solidFill>
                <a:latin typeface="Arial"/>
                <a:cs typeface="+mn-ea"/>
              </a:rPr>
              <a:t>CSS</a:t>
            </a:r>
            <a:r>
              <a:rPr lang="zh-CN" altLang="en-US" sz="2000">
                <a:solidFill>
                  <a:srgbClr val="314865"/>
                </a:solidFill>
                <a:latin typeface="Arial"/>
                <a:cs typeface="+mn-ea"/>
              </a:rPr>
              <a:t>、</a:t>
            </a:r>
            <a:r>
              <a:rPr lang="en-US" altLang="zh-CN" sz="2000">
                <a:solidFill>
                  <a:srgbClr val="314865"/>
                </a:solidFill>
                <a:latin typeface="Arial"/>
                <a:cs typeface="+mn-ea"/>
              </a:rPr>
              <a:t>JS </a:t>
            </a:r>
            <a:r>
              <a:rPr lang="zh-CN" altLang="en-US" sz="2000">
                <a:solidFill>
                  <a:srgbClr val="314865"/>
                </a:solidFill>
                <a:latin typeface="Arial"/>
                <a:cs typeface="+mn-ea"/>
              </a:rPr>
              <a:t>等技术即可完成开发。</a:t>
            </a:r>
            <a:endParaRPr lang="en-US" altLang="zh-CN" sz="2000">
              <a:solidFill>
                <a:srgbClr val="314865"/>
              </a:solidFill>
              <a:latin typeface="Arial"/>
              <a:cs typeface="+mn-ea"/>
            </a:endParaRPr>
          </a:p>
          <a:p>
            <a:pPr algn="just"/>
            <a:endParaRPr lang="zh-CN" altLang="en-US" sz="2000">
              <a:solidFill>
                <a:srgbClr val="314865"/>
              </a:solidFill>
              <a:latin typeface="Arial"/>
              <a:cs typeface="+mn-ea"/>
            </a:endParaRPr>
          </a:p>
          <a:p>
            <a:pPr marL="285750" indent="-285750" algn="just">
              <a:buFont typeface="Arial" panose="020B0604020202020204" pitchFamily="34" charset="0"/>
              <a:buChar char="•"/>
            </a:pPr>
            <a:r>
              <a:rPr lang="zh-CN" altLang="en-US" sz="2000">
                <a:solidFill>
                  <a:srgbClr val="314865"/>
                </a:solidFill>
                <a:latin typeface="Arial"/>
                <a:cs typeface="+mn-ea"/>
              </a:rPr>
              <a:t>经济可行性</a:t>
            </a:r>
          </a:p>
          <a:p>
            <a:pPr algn="just"/>
            <a:r>
              <a:rPr lang="zh-CN" altLang="en-US" sz="2000">
                <a:solidFill>
                  <a:srgbClr val="314865"/>
                </a:solidFill>
                <a:latin typeface="Arial"/>
                <a:cs typeface="+mn-ea"/>
              </a:rPr>
              <a:t>本系统为个人开发的学习项目，非企业项目，没有费用开支，因此经济上可行。</a:t>
            </a:r>
            <a:endParaRPr lang="en-US" altLang="zh-CN" sz="2000">
              <a:solidFill>
                <a:srgbClr val="314865"/>
              </a:solidFill>
              <a:latin typeface="Arial"/>
              <a:cs typeface="+mn-ea"/>
            </a:endParaRPr>
          </a:p>
          <a:p>
            <a:pPr algn="just"/>
            <a:endParaRPr lang="zh-CN" altLang="en-US" sz="2000">
              <a:solidFill>
                <a:srgbClr val="314865"/>
              </a:solidFill>
              <a:latin typeface="Arial"/>
              <a:cs typeface="+mn-ea"/>
            </a:endParaRPr>
          </a:p>
          <a:p>
            <a:pPr marL="285750" indent="-285750" algn="just">
              <a:buFont typeface="Arial" panose="020B0604020202020204" pitchFamily="34" charset="0"/>
              <a:buChar char="•"/>
            </a:pPr>
            <a:r>
              <a:rPr lang="zh-CN" altLang="en-US" sz="2000">
                <a:solidFill>
                  <a:srgbClr val="314865"/>
                </a:solidFill>
                <a:latin typeface="Arial"/>
                <a:cs typeface="+mn-ea"/>
              </a:rPr>
              <a:t>操作可行性</a:t>
            </a:r>
          </a:p>
          <a:p>
            <a:pPr algn="just"/>
            <a:r>
              <a:rPr lang="en-US" altLang="zh-CN" sz="2000">
                <a:solidFill>
                  <a:srgbClr val="314865"/>
                </a:solidFill>
                <a:latin typeface="Arial"/>
                <a:cs typeface="+mn-ea"/>
              </a:rPr>
              <a:t>E</a:t>
            </a:r>
            <a:r>
              <a:rPr lang="zh-CN" altLang="en-US" sz="2000">
                <a:solidFill>
                  <a:srgbClr val="314865"/>
                </a:solidFill>
                <a:latin typeface="Arial"/>
                <a:cs typeface="+mn-ea"/>
              </a:rPr>
              <a:t>家网上商店使用方便，操作简单，只要是安装有浏览器的移动联网设备都可以进行访问，不局限与平台和设备的限制。购买时找到自己的喜欢物品，加入购物车一起下 单或者直接购买，通过网上支付，填写好地址，便可完成购买操作。因此操作上可行。</a:t>
            </a:r>
          </a:p>
          <a:p>
            <a:pPr marL="285750" indent="-285750">
              <a:buFont typeface="Arial" panose="020B0604020202020204" pitchFamily="34" charset="0"/>
              <a:buChar char="•"/>
            </a:pPr>
            <a:endParaRPr lang="zh-CN" altLang="en-US"/>
          </a:p>
        </p:txBody>
      </p:sp>
    </p:spTree>
    <p:extLst>
      <p:ext uri="{BB962C8B-B14F-4D97-AF65-F5344CB8AC3E}">
        <p14:creationId xmlns:p14="http://schemas.microsoft.com/office/powerpoint/2010/main" val="148064686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组合 36">
            <a:extLst>
              <a:ext uri="{FF2B5EF4-FFF2-40B4-BE49-F238E27FC236}">
                <a16:creationId xmlns:a16="http://schemas.microsoft.com/office/drawing/2014/main" id="{CEDD056C-1F47-43EA-8352-2C0758293395}"/>
              </a:ext>
            </a:extLst>
          </p:cNvPr>
          <p:cNvGrpSpPr/>
          <p:nvPr/>
        </p:nvGrpSpPr>
        <p:grpSpPr>
          <a:xfrm>
            <a:off x="164616" y="178180"/>
            <a:ext cx="2804616" cy="368580"/>
            <a:chOff x="164616" y="178180"/>
            <a:chExt cx="2804616" cy="368580"/>
          </a:xfrm>
        </p:grpSpPr>
        <p:cxnSp>
          <p:nvCxnSpPr>
            <p:cNvPr id="38" name="直接连接符 37">
              <a:extLst>
                <a:ext uri="{FF2B5EF4-FFF2-40B4-BE49-F238E27FC236}">
                  <a16:creationId xmlns:a16="http://schemas.microsoft.com/office/drawing/2014/main" id="{CF85D97D-FC73-4593-94B6-B332AD68BE83}"/>
                </a:ext>
              </a:extLst>
            </p:cNvPr>
            <p:cNvCxnSpPr>
              <a:cxnSpLocks/>
            </p:cNvCxnSpPr>
            <p:nvPr/>
          </p:nvCxnSpPr>
          <p:spPr>
            <a:xfrm flipV="1">
              <a:off x="164616" y="535956"/>
              <a:ext cx="2804616" cy="10804"/>
            </a:xfrm>
            <a:prstGeom prst="line">
              <a:avLst/>
            </a:prstGeom>
            <a:ln>
              <a:solidFill>
                <a:srgbClr val="314865"/>
              </a:solidFill>
            </a:ln>
          </p:spPr>
          <p:style>
            <a:lnRef idx="1">
              <a:schemeClr val="accent1"/>
            </a:lnRef>
            <a:fillRef idx="0">
              <a:schemeClr val="accent1"/>
            </a:fillRef>
            <a:effectRef idx="0">
              <a:schemeClr val="accent1"/>
            </a:effectRef>
            <a:fontRef idx="minor">
              <a:schemeClr val="tx1"/>
            </a:fontRef>
          </p:style>
        </p:cxnSp>
        <p:sp>
          <p:nvSpPr>
            <p:cNvPr id="39" name="文本框 38">
              <a:extLst>
                <a:ext uri="{FF2B5EF4-FFF2-40B4-BE49-F238E27FC236}">
                  <a16:creationId xmlns:a16="http://schemas.microsoft.com/office/drawing/2014/main" id="{966720C6-0F48-4A83-8445-1B83245158A5}"/>
                </a:ext>
              </a:extLst>
            </p:cNvPr>
            <p:cNvSpPr txBox="1"/>
            <p:nvPr/>
          </p:nvSpPr>
          <p:spPr>
            <a:xfrm>
              <a:off x="534486" y="178180"/>
              <a:ext cx="2434746" cy="338554"/>
            </a:xfrm>
            <a:prstGeom prst="rect">
              <a:avLst/>
            </a:prstGeom>
            <a:noFill/>
          </p:spPr>
          <p:txBody>
            <a:bodyPr wrap="square" rtlCol="0">
              <a:spAutoFit/>
            </a:bodyPr>
            <a:lstStyle/>
            <a:p>
              <a:pPr algn="ctr"/>
              <a:r>
                <a:rPr lang="zh-CN" altLang="en-US" sz="1600" b="1" dirty="0">
                  <a:solidFill>
                    <a:srgbClr val="314865"/>
                  </a:solidFill>
                  <a:effectLst>
                    <a:innerShdw blurRad="63500" dist="50800" dir="13500000">
                      <a:prstClr val="black">
                        <a:alpha val="50000"/>
                      </a:prstClr>
                    </a:innerShdw>
                  </a:effectLst>
                  <a:latin typeface="Arial"/>
                  <a:ea typeface="微软雅黑"/>
                  <a:sym typeface="Arial"/>
                </a:rPr>
                <a:t>需求分析</a:t>
              </a:r>
            </a:p>
          </p:txBody>
        </p:sp>
        <p:sp>
          <p:nvSpPr>
            <p:cNvPr id="40" name="矩形 39">
              <a:extLst>
                <a:ext uri="{FF2B5EF4-FFF2-40B4-BE49-F238E27FC236}">
                  <a16:creationId xmlns:a16="http://schemas.microsoft.com/office/drawing/2014/main" id="{423E2E92-C9B7-46BD-BB14-D9D3A1DEE19D}"/>
                </a:ext>
              </a:extLst>
            </p:cNvPr>
            <p:cNvSpPr/>
            <p:nvPr/>
          </p:nvSpPr>
          <p:spPr>
            <a:xfrm>
              <a:off x="164616" y="178180"/>
              <a:ext cx="47829" cy="284416"/>
            </a:xfrm>
            <a:prstGeom prst="rect">
              <a:avLst/>
            </a:prstGeom>
            <a:solidFill>
              <a:srgbClr val="314865"/>
            </a:solidFill>
            <a:ln>
              <a:solidFill>
                <a:srgbClr val="3148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
          <p:nvSpPr>
            <p:cNvPr id="41" name="矩形 40">
              <a:extLst>
                <a:ext uri="{FF2B5EF4-FFF2-40B4-BE49-F238E27FC236}">
                  <a16:creationId xmlns:a16="http://schemas.microsoft.com/office/drawing/2014/main" id="{1F311124-CF69-4DAF-9A0B-D268C312D6B9}"/>
                </a:ext>
              </a:extLst>
            </p:cNvPr>
            <p:cNvSpPr/>
            <p:nvPr/>
          </p:nvSpPr>
          <p:spPr>
            <a:xfrm>
              <a:off x="275779" y="252586"/>
              <a:ext cx="47828" cy="210010"/>
            </a:xfrm>
            <a:prstGeom prst="rect">
              <a:avLst/>
            </a:prstGeom>
            <a:solidFill>
              <a:srgbClr val="314865"/>
            </a:solidFill>
            <a:ln>
              <a:solidFill>
                <a:srgbClr val="3148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
          <p:nvSpPr>
            <p:cNvPr id="42" name="矩形 41">
              <a:extLst>
                <a:ext uri="{FF2B5EF4-FFF2-40B4-BE49-F238E27FC236}">
                  <a16:creationId xmlns:a16="http://schemas.microsoft.com/office/drawing/2014/main" id="{E2207EEA-678C-456A-9948-65094188A238}"/>
                </a:ext>
              </a:extLst>
            </p:cNvPr>
            <p:cNvSpPr/>
            <p:nvPr/>
          </p:nvSpPr>
          <p:spPr>
            <a:xfrm flipH="1">
              <a:off x="377808" y="320388"/>
              <a:ext cx="47827" cy="142208"/>
            </a:xfrm>
            <a:prstGeom prst="rect">
              <a:avLst/>
            </a:prstGeom>
            <a:solidFill>
              <a:srgbClr val="314865"/>
            </a:solidFill>
            <a:ln>
              <a:solidFill>
                <a:srgbClr val="3148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grpSp>
      <p:sp>
        <p:nvSpPr>
          <p:cNvPr id="2" name="文本框 1">
            <a:extLst>
              <a:ext uri="{FF2B5EF4-FFF2-40B4-BE49-F238E27FC236}">
                <a16:creationId xmlns:a16="http://schemas.microsoft.com/office/drawing/2014/main" id="{2F9A0567-26CC-0381-BCDA-77754CB89DC2}"/>
              </a:ext>
            </a:extLst>
          </p:cNvPr>
          <p:cNvSpPr txBox="1"/>
          <p:nvPr/>
        </p:nvSpPr>
        <p:spPr>
          <a:xfrm>
            <a:off x="902208" y="960120"/>
            <a:ext cx="1906962" cy="461665"/>
          </a:xfrm>
          <a:prstGeom prst="rect">
            <a:avLst/>
          </a:prstGeom>
          <a:noFill/>
        </p:spPr>
        <p:txBody>
          <a:bodyPr wrap="square" rtlCol="0">
            <a:spAutoFit/>
          </a:bodyPr>
          <a:lstStyle/>
          <a:p>
            <a:r>
              <a:rPr lang="en-US" altLang="zh-CN" sz="2400">
                <a:solidFill>
                  <a:srgbClr val="314865"/>
                </a:solidFill>
                <a:latin typeface="Arial"/>
                <a:cs typeface="+mn-ea"/>
              </a:rPr>
              <a:t>2.</a:t>
            </a:r>
            <a:r>
              <a:rPr lang="zh-CN" altLang="en-US" sz="2400">
                <a:solidFill>
                  <a:srgbClr val="314865"/>
                </a:solidFill>
                <a:latin typeface="Arial"/>
                <a:cs typeface="+mn-ea"/>
              </a:rPr>
              <a:t>性能分析</a:t>
            </a:r>
          </a:p>
        </p:txBody>
      </p:sp>
      <p:sp>
        <p:nvSpPr>
          <p:cNvPr id="4" name="文本框 3">
            <a:extLst>
              <a:ext uri="{FF2B5EF4-FFF2-40B4-BE49-F238E27FC236}">
                <a16:creationId xmlns:a16="http://schemas.microsoft.com/office/drawing/2014/main" id="{12BA0F02-15B1-A381-0E41-E2D9B7B315F2}"/>
              </a:ext>
            </a:extLst>
          </p:cNvPr>
          <p:cNvSpPr txBox="1"/>
          <p:nvPr/>
        </p:nvSpPr>
        <p:spPr>
          <a:xfrm>
            <a:off x="902208" y="1545336"/>
            <a:ext cx="10387584" cy="4739759"/>
          </a:xfrm>
          <a:prstGeom prst="rect">
            <a:avLst/>
          </a:prstGeom>
          <a:noFill/>
        </p:spPr>
        <p:txBody>
          <a:bodyPr wrap="square" rtlCol="0">
            <a:spAutoFit/>
          </a:bodyPr>
          <a:lstStyle/>
          <a:p>
            <a:pPr marL="285750" indent="-285750" algn="just">
              <a:buFont typeface="Arial" panose="020B0604020202020204" pitchFamily="34" charset="0"/>
              <a:buChar char="•"/>
            </a:pPr>
            <a:r>
              <a:rPr lang="zh-CN" altLang="en-US" sz="2000">
                <a:solidFill>
                  <a:srgbClr val="314865"/>
                </a:solidFill>
                <a:latin typeface="Arial"/>
                <a:cs typeface="+mn-ea"/>
              </a:rPr>
              <a:t>并发性</a:t>
            </a:r>
          </a:p>
          <a:p>
            <a:pPr algn="just"/>
            <a:r>
              <a:rPr lang="zh-CN" altLang="en-US" sz="2000">
                <a:solidFill>
                  <a:srgbClr val="314865"/>
                </a:solidFill>
                <a:latin typeface="Arial"/>
                <a:cs typeface="+mn-ea"/>
              </a:rPr>
              <a:t>本系统是个人开发的小型项目，并没有搭载专业服务器，因此可以允许少量的用户 共同访问。</a:t>
            </a:r>
          </a:p>
          <a:p>
            <a:pPr marL="285750" indent="-285750" algn="just">
              <a:buFont typeface="Arial" panose="020B0604020202020204" pitchFamily="34" charset="0"/>
              <a:buChar char="•"/>
            </a:pPr>
            <a:r>
              <a:rPr lang="zh-CN" altLang="en-US" sz="2000">
                <a:solidFill>
                  <a:srgbClr val="314865"/>
                </a:solidFill>
                <a:latin typeface="Arial"/>
                <a:cs typeface="+mn-ea"/>
              </a:rPr>
              <a:t>稳定性</a:t>
            </a:r>
          </a:p>
          <a:p>
            <a:pPr algn="just"/>
            <a:r>
              <a:rPr lang="zh-CN" altLang="en-US" sz="2000">
                <a:solidFill>
                  <a:srgbClr val="314865"/>
                </a:solidFill>
                <a:latin typeface="Arial"/>
                <a:cs typeface="+mn-ea"/>
              </a:rPr>
              <a:t>系统需合理的利用资源，保证前后台数据操作的效率，以及在数据响应和界面承载 方面都要达到不会出现界面混乱、数据报错、触发按钮功能缺失、操作频繁或者快速容易崩溃的问题。</a:t>
            </a:r>
          </a:p>
          <a:p>
            <a:pPr marL="285750" indent="-285750" algn="just">
              <a:buFont typeface="Arial" panose="020B0604020202020204" pitchFamily="34" charset="0"/>
              <a:buChar char="•"/>
            </a:pPr>
            <a:r>
              <a:rPr lang="zh-CN" altLang="en-US" sz="2000">
                <a:solidFill>
                  <a:srgbClr val="314865"/>
                </a:solidFill>
                <a:latin typeface="Arial"/>
                <a:cs typeface="+mn-ea"/>
              </a:rPr>
              <a:t>适用性</a:t>
            </a:r>
          </a:p>
          <a:p>
            <a:pPr algn="just"/>
            <a:r>
              <a:rPr lang="zh-CN" altLang="en-US" sz="2000">
                <a:solidFill>
                  <a:srgbClr val="314865"/>
                </a:solidFill>
                <a:latin typeface="Arial"/>
                <a:cs typeface="+mn-ea"/>
              </a:rPr>
              <a:t>通过本系统操作简单，不局限于平台和设备的限制，只需要有一个带有浏览器的移 动设备即可上网购物，男女老少皆可以使用，并且界面友好清晰，层次分明，对于用户非常友好。</a:t>
            </a:r>
          </a:p>
          <a:p>
            <a:pPr marL="285750" indent="-285750" algn="just">
              <a:buFont typeface="Arial" panose="020B0604020202020204" pitchFamily="34" charset="0"/>
              <a:buChar char="•"/>
            </a:pPr>
            <a:r>
              <a:rPr lang="zh-CN" altLang="en-US" sz="2000">
                <a:solidFill>
                  <a:srgbClr val="314865"/>
                </a:solidFill>
                <a:latin typeface="Arial"/>
                <a:cs typeface="+mn-ea"/>
              </a:rPr>
              <a:t>安全性</a:t>
            </a:r>
          </a:p>
          <a:p>
            <a:pPr algn="just"/>
            <a:r>
              <a:rPr lang="zh-CN" altLang="en-US" sz="2000">
                <a:solidFill>
                  <a:srgbClr val="314865"/>
                </a:solidFill>
                <a:latin typeface="Arial"/>
                <a:cs typeface="+mn-ea"/>
              </a:rPr>
              <a:t>系统采用登录验证，通过前台数据格式校验和后台数据库数据比对来进行账户确认，并且加入了过滤器，阻止一些非法分子在没有登录的情况下直接访问某些后台数据页面，并且在退出登录后会自动销毁</a:t>
            </a:r>
            <a:r>
              <a:rPr lang="en-US" altLang="zh-CN" sz="2000">
                <a:solidFill>
                  <a:srgbClr val="314865"/>
                </a:solidFill>
                <a:latin typeface="Arial"/>
                <a:cs typeface="+mn-ea"/>
              </a:rPr>
              <a:t>session</a:t>
            </a:r>
            <a:r>
              <a:rPr lang="zh-CN" altLang="en-US" sz="2000">
                <a:solidFill>
                  <a:srgbClr val="314865"/>
                </a:solidFill>
                <a:latin typeface="Arial"/>
                <a:cs typeface="+mn-ea"/>
              </a:rPr>
              <a:t>，防止数据的泄露。</a:t>
            </a:r>
          </a:p>
          <a:p>
            <a:pPr marL="285750" indent="-285750">
              <a:buFont typeface="Arial" panose="020B0604020202020204" pitchFamily="34" charset="0"/>
              <a:buChar char="•"/>
            </a:pPr>
            <a:endParaRPr lang="zh-CN" altLang="en-US"/>
          </a:p>
        </p:txBody>
      </p:sp>
    </p:spTree>
    <p:extLst>
      <p:ext uri="{BB962C8B-B14F-4D97-AF65-F5344CB8AC3E}">
        <p14:creationId xmlns:p14="http://schemas.microsoft.com/office/powerpoint/2010/main" val="118948334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组合 36">
            <a:extLst>
              <a:ext uri="{FF2B5EF4-FFF2-40B4-BE49-F238E27FC236}">
                <a16:creationId xmlns:a16="http://schemas.microsoft.com/office/drawing/2014/main" id="{CEDD056C-1F47-43EA-8352-2C0758293395}"/>
              </a:ext>
            </a:extLst>
          </p:cNvPr>
          <p:cNvGrpSpPr/>
          <p:nvPr/>
        </p:nvGrpSpPr>
        <p:grpSpPr>
          <a:xfrm>
            <a:off x="164616" y="178180"/>
            <a:ext cx="2804616" cy="368580"/>
            <a:chOff x="164616" y="178180"/>
            <a:chExt cx="2804616" cy="368580"/>
          </a:xfrm>
        </p:grpSpPr>
        <p:cxnSp>
          <p:nvCxnSpPr>
            <p:cNvPr id="38" name="直接连接符 37">
              <a:extLst>
                <a:ext uri="{FF2B5EF4-FFF2-40B4-BE49-F238E27FC236}">
                  <a16:creationId xmlns:a16="http://schemas.microsoft.com/office/drawing/2014/main" id="{CF85D97D-FC73-4593-94B6-B332AD68BE83}"/>
                </a:ext>
              </a:extLst>
            </p:cNvPr>
            <p:cNvCxnSpPr>
              <a:cxnSpLocks/>
            </p:cNvCxnSpPr>
            <p:nvPr/>
          </p:nvCxnSpPr>
          <p:spPr>
            <a:xfrm flipV="1">
              <a:off x="164616" y="535956"/>
              <a:ext cx="2804616" cy="10804"/>
            </a:xfrm>
            <a:prstGeom prst="line">
              <a:avLst/>
            </a:prstGeom>
            <a:ln>
              <a:solidFill>
                <a:srgbClr val="314865"/>
              </a:solidFill>
            </a:ln>
          </p:spPr>
          <p:style>
            <a:lnRef idx="1">
              <a:schemeClr val="accent1"/>
            </a:lnRef>
            <a:fillRef idx="0">
              <a:schemeClr val="accent1"/>
            </a:fillRef>
            <a:effectRef idx="0">
              <a:schemeClr val="accent1"/>
            </a:effectRef>
            <a:fontRef idx="minor">
              <a:schemeClr val="tx1"/>
            </a:fontRef>
          </p:style>
        </p:cxnSp>
        <p:sp>
          <p:nvSpPr>
            <p:cNvPr id="39" name="文本框 38">
              <a:extLst>
                <a:ext uri="{FF2B5EF4-FFF2-40B4-BE49-F238E27FC236}">
                  <a16:creationId xmlns:a16="http://schemas.microsoft.com/office/drawing/2014/main" id="{966720C6-0F48-4A83-8445-1B83245158A5}"/>
                </a:ext>
              </a:extLst>
            </p:cNvPr>
            <p:cNvSpPr txBox="1"/>
            <p:nvPr/>
          </p:nvSpPr>
          <p:spPr>
            <a:xfrm>
              <a:off x="534486" y="178180"/>
              <a:ext cx="2434746" cy="338554"/>
            </a:xfrm>
            <a:prstGeom prst="rect">
              <a:avLst/>
            </a:prstGeom>
            <a:noFill/>
          </p:spPr>
          <p:txBody>
            <a:bodyPr wrap="square" rtlCol="0">
              <a:spAutoFit/>
            </a:bodyPr>
            <a:lstStyle/>
            <a:p>
              <a:pPr algn="ctr"/>
              <a:r>
                <a:rPr lang="zh-CN" altLang="en-US" sz="1600" b="1" dirty="0">
                  <a:solidFill>
                    <a:srgbClr val="314865"/>
                  </a:solidFill>
                  <a:effectLst>
                    <a:innerShdw blurRad="63500" dist="50800" dir="13500000">
                      <a:prstClr val="black">
                        <a:alpha val="50000"/>
                      </a:prstClr>
                    </a:innerShdw>
                  </a:effectLst>
                  <a:latin typeface="Arial"/>
                  <a:ea typeface="微软雅黑"/>
                  <a:sym typeface="Arial"/>
                </a:rPr>
                <a:t>需求分析</a:t>
              </a:r>
            </a:p>
          </p:txBody>
        </p:sp>
        <p:sp>
          <p:nvSpPr>
            <p:cNvPr id="40" name="矩形 39">
              <a:extLst>
                <a:ext uri="{FF2B5EF4-FFF2-40B4-BE49-F238E27FC236}">
                  <a16:creationId xmlns:a16="http://schemas.microsoft.com/office/drawing/2014/main" id="{423E2E92-C9B7-46BD-BB14-D9D3A1DEE19D}"/>
                </a:ext>
              </a:extLst>
            </p:cNvPr>
            <p:cNvSpPr/>
            <p:nvPr/>
          </p:nvSpPr>
          <p:spPr>
            <a:xfrm>
              <a:off x="164616" y="178180"/>
              <a:ext cx="47829" cy="284416"/>
            </a:xfrm>
            <a:prstGeom prst="rect">
              <a:avLst/>
            </a:prstGeom>
            <a:solidFill>
              <a:srgbClr val="314865"/>
            </a:solidFill>
            <a:ln>
              <a:solidFill>
                <a:srgbClr val="3148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
          <p:nvSpPr>
            <p:cNvPr id="41" name="矩形 40">
              <a:extLst>
                <a:ext uri="{FF2B5EF4-FFF2-40B4-BE49-F238E27FC236}">
                  <a16:creationId xmlns:a16="http://schemas.microsoft.com/office/drawing/2014/main" id="{1F311124-CF69-4DAF-9A0B-D268C312D6B9}"/>
                </a:ext>
              </a:extLst>
            </p:cNvPr>
            <p:cNvSpPr/>
            <p:nvPr/>
          </p:nvSpPr>
          <p:spPr>
            <a:xfrm>
              <a:off x="275779" y="252586"/>
              <a:ext cx="47828" cy="210010"/>
            </a:xfrm>
            <a:prstGeom prst="rect">
              <a:avLst/>
            </a:prstGeom>
            <a:solidFill>
              <a:srgbClr val="314865"/>
            </a:solidFill>
            <a:ln>
              <a:solidFill>
                <a:srgbClr val="3148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
          <p:nvSpPr>
            <p:cNvPr id="42" name="矩形 41">
              <a:extLst>
                <a:ext uri="{FF2B5EF4-FFF2-40B4-BE49-F238E27FC236}">
                  <a16:creationId xmlns:a16="http://schemas.microsoft.com/office/drawing/2014/main" id="{E2207EEA-678C-456A-9948-65094188A238}"/>
                </a:ext>
              </a:extLst>
            </p:cNvPr>
            <p:cNvSpPr/>
            <p:nvPr/>
          </p:nvSpPr>
          <p:spPr>
            <a:xfrm flipH="1">
              <a:off x="377808" y="320388"/>
              <a:ext cx="47827" cy="142208"/>
            </a:xfrm>
            <a:prstGeom prst="rect">
              <a:avLst/>
            </a:prstGeom>
            <a:solidFill>
              <a:srgbClr val="314865"/>
            </a:solidFill>
            <a:ln>
              <a:solidFill>
                <a:srgbClr val="3148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grpSp>
      <p:sp>
        <p:nvSpPr>
          <p:cNvPr id="2" name="文本框 1">
            <a:extLst>
              <a:ext uri="{FF2B5EF4-FFF2-40B4-BE49-F238E27FC236}">
                <a16:creationId xmlns:a16="http://schemas.microsoft.com/office/drawing/2014/main" id="{2F9A0567-26CC-0381-BCDA-77754CB89DC2}"/>
              </a:ext>
            </a:extLst>
          </p:cNvPr>
          <p:cNvSpPr txBox="1"/>
          <p:nvPr/>
        </p:nvSpPr>
        <p:spPr>
          <a:xfrm>
            <a:off x="902208" y="996696"/>
            <a:ext cx="2290133" cy="461665"/>
          </a:xfrm>
          <a:prstGeom prst="rect">
            <a:avLst/>
          </a:prstGeom>
          <a:noFill/>
        </p:spPr>
        <p:txBody>
          <a:bodyPr wrap="square" rtlCol="0">
            <a:spAutoFit/>
          </a:bodyPr>
          <a:lstStyle/>
          <a:p>
            <a:r>
              <a:rPr lang="en-US" altLang="zh-CN" sz="2400">
                <a:solidFill>
                  <a:srgbClr val="314865"/>
                </a:solidFill>
                <a:latin typeface="Arial"/>
                <a:cs typeface="+mn-ea"/>
              </a:rPr>
              <a:t>3.</a:t>
            </a:r>
            <a:r>
              <a:rPr lang="zh-CN" altLang="en-US" sz="2400">
                <a:solidFill>
                  <a:srgbClr val="314865"/>
                </a:solidFill>
                <a:latin typeface="Arial"/>
                <a:cs typeface="+mn-ea"/>
              </a:rPr>
              <a:t>功能分析</a:t>
            </a:r>
          </a:p>
        </p:txBody>
      </p:sp>
      <p:sp>
        <p:nvSpPr>
          <p:cNvPr id="4" name="文本框 3">
            <a:extLst>
              <a:ext uri="{FF2B5EF4-FFF2-40B4-BE49-F238E27FC236}">
                <a16:creationId xmlns:a16="http://schemas.microsoft.com/office/drawing/2014/main" id="{12BA0F02-15B1-A381-0E41-E2D9B7B315F2}"/>
              </a:ext>
            </a:extLst>
          </p:cNvPr>
          <p:cNvSpPr txBox="1"/>
          <p:nvPr/>
        </p:nvSpPr>
        <p:spPr>
          <a:xfrm>
            <a:off x="902208" y="1761993"/>
            <a:ext cx="10387584" cy="3416320"/>
          </a:xfrm>
          <a:prstGeom prst="rect">
            <a:avLst/>
          </a:prstGeom>
          <a:noFill/>
        </p:spPr>
        <p:txBody>
          <a:bodyPr wrap="square" rtlCol="0">
            <a:spAutoFit/>
          </a:bodyPr>
          <a:lstStyle/>
          <a:p>
            <a:pPr marL="285750" indent="-285750" algn="just">
              <a:buFont typeface="Arial" panose="020B0604020202020204" pitchFamily="34" charset="0"/>
              <a:buChar char="•"/>
            </a:pPr>
            <a:r>
              <a:rPr lang="zh-CN" altLang="en-US" sz="2000">
                <a:solidFill>
                  <a:srgbClr val="314865"/>
                </a:solidFill>
                <a:latin typeface="Arial"/>
                <a:cs typeface="+mn-ea"/>
              </a:rPr>
              <a:t>用户管理</a:t>
            </a:r>
            <a:endParaRPr lang="en-US" altLang="zh-CN" sz="2000">
              <a:solidFill>
                <a:srgbClr val="314865"/>
              </a:solidFill>
              <a:latin typeface="Arial"/>
              <a:cs typeface="+mn-ea"/>
            </a:endParaRPr>
          </a:p>
          <a:p>
            <a:pPr algn="just"/>
            <a:r>
              <a:rPr lang="zh-CN" altLang="en-US" sz="2000">
                <a:solidFill>
                  <a:srgbClr val="314865"/>
                </a:solidFill>
                <a:latin typeface="Arial"/>
                <a:cs typeface="+mn-ea"/>
              </a:rPr>
              <a:t>用户注册、登录，加入购物车、购买商品，评价商品、退货等。</a:t>
            </a:r>
            <a:endParaRPr lang="en-US" altLang="zh-CN" sz="2000">
              <a:solidFill>
                <a:srgbClr val="314865"/>
              </a:solidFill>
              <a:latin typeface="Arial"/>
              <a:cs typeface="+mn-ea"/>
            </a:endParaRPr>
          </a:p>
          <a:p>
            <a:pPr algn="just"/>
            <a:endParaRPr lang="en-US" altLang="zh-CN" sz="2000">
              <a:solidFill>
                <a:srgbClr val="314865"/>
              </a:solidFill>
              <a:latin typeface="Arial"/>
              <a:cs typeface="+mn-ea"/>
            </a:endParaRPr>
          </a:p>
          <a:p>
            <a:pPr marL="285750" indent="-285750" algn="just">
              <a:buFont typeface="Arial" panose="020B0604020202020204" pitchFamily="34" charset="0"/>
              <a:buChar char="•"/>
            </a:pPr>
            <a:r>
              <a:rPr lang="zh-CN" altLang="en-US" sz="2000">
                <a:solidFill>
                  <a:srgbClr val="314865"/>
                </a:solidFill>
                <a:latin typeface="Arial"/>
                <a:cs typeface="+mn-ea"/>
              </a:rPr>
              <a:t>商品管理</a:t>
            </a:r>
            <a:endParaRPr lang="en-US" altLang="zh-CN" sz="2000">
              <a:solidFill>
                <a:srgbClr val="314865"/>
              </a:solidFill>
              <a:latin typeface="Arial"/>
              <a:cs typeface="+mn-ea"/>
            </a:endParaRPr>
          </a:p>
          <a:p>
            <a:pPr algn="just"/>
            <a:r>
              <a:rPr lang="zh-CN" altLang="en-US" sz="2000">
                <a:solidFill>
                  <a:srgbClr val="314865"/>
                </a:solidFill>
                <a:latin typeface="Arial"/>
                <a:cs typeface="+mn-ea"/>
              </a:rPr>
              <a:t>商品分类，添加、修改商品信息等。</a:t>
            </a:r>
            <a:endParaRPr lang="en-US" altLang="zh-CN" sz="2000">
              <a:solidFill>
                <a:srgbClr val="314865"/>
              </a:solidFill>
              <a:latin typeface="Arial"/>
              <a:cs typeface="+mn-ea"/>
            </a:endParaRPr>
          </a:p>
          <a:p>
            <a:pPr algn="just"/>
            <a:endParaRPr lang="en-US" altLang="zh-CN" sz="2000">
              <a:solidFill>
                <a:srgbClr val="314865"/>
              </a:solidFill>
              <a:latin typeface="Arial"/>
              <a:cs typeface="+mn-ea"/>
            </a:endParaRPr>
          </a:p>
          <a:p>
            <a:pPr marL="285750" indent="-285750" algn="just">
              <a:buFont typeface="Arial" panose="020B0604020202020204" pitchFamily="34" charset="0"/>
              <a:buChar char="•"/>
            </a:pPr>
            <a:r>
              <a:rPr lang="zh-CN" altLang="en-US" sz="2000">
                <a:solidFill>
                  <a:srgbClr val="314865"/>
                </a:solidFill>
                <a:latin typeface="Arial"/>
                <a:cs typeface="+mn-ea"/>
              </a:rPr>
              <a:t>订单交易</a:t>
            </a:r>
            <a:endParaRPr lang="en-US" altLang="zh-CN" sz="2000">
              <a:solidFill>
                <a:srgbClr val="314865"/>
              </a:solidFill>
              <a:latin typeface="Arial"/>
              <a:cs typeface="+mn-ea"/>
            </a:endParaRPr>
          </a:p>
          <a:p>
            <a:pPr algn="just"/>
            <a:r>
              <a:rPr lang="zh-CN" altLang="en-US" sz="2000">
                <a:solidFill>
                  <a:srgbClr val="314865"/>
                </a:solidFill>
                <a:latin typeface="Arial"/>
                <a:cs typeface="+mn-ea"/>
              </a:rPr>
              <a:t>管理订单信息，取消或支付订单，查询订单信息。</a:t>
            </a:r>
            <a:endParaRPr lang="en-US" altLang="zh-CN" sz="2000">
              <a:solidFill>
                <a:srgbClr val="314865"/>
              </a:solidFill>
              <a:latin typeface="Arial"/>
              <a:cs typeface="+mn-ea"/>
            </a:endParaRPr>
          </a:p>
          <a:p>
            <a:pPr algn="just"/>
            <a:endParaRPr lang="en-US" altLang="zh-CN" sz="1800">
              <a:solidFill>
                <a:srgbClr val="314865"/>
              </a:solidFill>
              <a:latin typeface="Arial"/>
              <a:cs typeface="+mn-ea"/>
            </a:endParaRPr>
          </a:p>
          <a:p>
            <a:pPr algn="just"/>
            <a:endParaRPr lang="en-US" altLang="zh-CN" sz="1800">
              <a:solidFill>
                <a:srgbClr val="314865"/>
              </a:solidFill>
              <a:latin typeface="Arial"/>
              <a:cs typeface="+mn-ea"/>
            </a:endParaRPr>
          </a:p>
          <a:p>
            <a:pPr marL="285750" indent="-285750" algn="just">
              <a:buFont typeface="Arial" panose="020B0604020202020204" pitchFamily="34" charset="0"/>
              <a:buChar char="•"/>
            </a:pPr>
            <a:endParaRPr lang="zh-CN" altLang="en-US"/>
          </a:p>
        </p:txBody>
      </p:sp>
    </p:spTree>
    <p:extLst>
      <p:ext uri="{BB962C8B-B14F-4D97-AF65-F5344CB8AC3E}">
        <p14:creationId xmlns:p14="http://schemas.microsoft.com/office/powerpoint/2010/main" val="338097230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文本框 2"/>
          <p:cNvSpPr txBox="1">
            <a:spLocks noChangeArrowheads="1"/>
          </p:cNvSpPr>
          <p:nvPr>
            <p:custDataLst>
              <p:tags r:id="rId1"/>
            </p:custDataLst>
          </p:nvPr>
        </p:nvSpPr>
        <p:spPr bwMode="auto">
          <a:xfrm>
            <a:off x="1056625" y="2193837"/>
            <a:ext cx="2247543" cy="2246769"/>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r" eaLnBrk="1" hangingPunct="1"/>
            <a:r>
              <a:rPr lang="en-US" altLang="zh-CN" sz="14600" b="1">
                <a:solidFill>
                  <a:srgbClr val="314865"/>
                </a:solidFill>
                <a:latin typeface="Arial"/>
                <a:ea typeface="微软雅黑"/>
                <a:cs typeface="Times New Roman" panose="02020603050405020304" pitchFamily="18" charset="0"/>
                <a:sym typeface="Arial"/>
              </a:rPr>
              <a:t>03</a:t>
            </a:r>
            <a:endParaRPr lang="zh-CN" altLang="en-US" sz="14600" b="1" dirty="0">
              <a:solidFill>
                <a:srgbClr val="314865"/>
              </a:solidFill>
              <a:latin typeface="Arial"/>
              <a:ea typeface="微软雅黑"/>
              <a:cs typeface="Times New Roman" panose="02020603050405020304" pitchFamily="18" charset="0"/>
              <a:sym typeface="Arial"/>
            </a:endParaRPr>
          </a:p>
        </p:txBody>
      </p:sp>
      <p:cxnSp>
        <p:nvCxnSpPr>
          <p:cNvPr id="30" name="直接连接符 29"/>
          <p:cNvCxnSpPr>
            <a:cxnSpLocks/>
          </p:cNvCxnSpPr>
          <p:nvPr>
            <p:custDataLst>
              <p:tags r:id="rId2"/>
            </p:custDataLst>
          </p:nvPr>
        </p:nvCxnSpPr>
        <p:spPr>
          <a:xfrm>
            <a:off x="4269095" y="3974767"/>
            <a:ext cx="7186590" cy="0"/>
          </a:xfrm>
          <a:prstGeom prst="line">
            <a:avLst/>
          </a:prstGeom>
          <a:ln w="12700">
            <a:solidFill>
              <a:schemeClr val="tx1">
                <a:lumMod val="20000"/>
                <a:lumOff val="80000"/>
              </a:schemeClr>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32" name="矩形 31"/>
          <p:cNvSpPr/>
          <p:nvPr/>
        </p:nvSpPr>
        <p:spPr>
          <a:xfrm>
            <a:off x="4269095" y="2643919"/>
            <a:ext cx="7186590" cy="1015663"/>
          </a:xfrm>
          <a:prstGeom prst="rect">
            <a:avLst/>
          </a:prstGeom>
        </p:spPr>
        <p:txBody>
          <a:bodyPr wrap="square" lIns="0" tIns="0" rIns="0" bIns="0">
            <a:spAutoFit/>
          </a:bodyPr>
          <a:lstStyle/>
          <a:p>
            <a:pPr algn="ctr">
              <a:spcBef>
                <a:spcPct val="20000"/>
              </a:spcBef>
              <a:buClr>
                <a:schemeClr val="hlink"/>
              </a:buClr>
              <a:buSzPct val="65000"/>
            </a:pPr>
            <a:r>
              <a:rPr lang="zh-CN" altLang="en-US" sz="6600" b="1">
                <a:solidFill>
                  <a:srgbClr val="314865"/>
                </a:solidFill>
                <a:effectLst>
                  <a:innerShdw blurRad="63500" dist="50800" dir="13500000">
                    <a:prstClr val="black">
                      <a:alpha val="50000"/>
                    </a:prstClr>
                  </a:innerShdw>
                </a:effectLst>
                <a:latin typeface="Arial"/>
                <a:ea typeface="微软雅黑"/>
                <a:sym typeface="Arial"/>
              </a:rPr>
              <a:t>数据库表设计</a:t>
            </a:r>
            <a:endParaRPr lang="zh-CN" altLang="en-US" sz="6600" b="1" dirty="0">
              <a:solidFill>
                <a:srgbClr val="314865"/>
              </a:solidFill>
              <a:effectLst>
                <a:innerShdw blurRad="63500" dist="50800" dir="13500000">
                  <a:prstClr val="black">
                    <a:alpha val="50000"/>
                  </a:prstClr>
                </a:innerShdw>
              </a:effectLst>
              <a:latin typeface="Arial"/>
              <a:ea typeface="微软雅黑"/>
              <a:sym typeface="Arial"/>
            </a:endParaRPr>
          </a:p>
        </p:txBody>
      </p:sp>
      <p:grpSp>
        <p:nvGrpSpPr>
          <p:cNvPr id="18" name="组合 17">
            <a:extLst>
              <a:ext uri="{FF2B5EF4-FFF2-40B4-BE49-F238E27FC236}">
                <a16:creationId xmlns:a16="http://schemas.microsoft.com/office/drawing/2014/main" id="{1C01247D-0162-49DD-86DF-3BC7B90EA4BC}"/>
              </a:ext>
            </a:extLst>
          </p:cNvPr>
          <p:cNvGrpSpPr/>
          <p:nvPr/>
        </p:nvGrpSpPr>
        <p:grpSpPr>
          <a:xfrm>
            <a:off x="7781759" y="937931"/>
            <a:ext cx="2758272" cy="837788"/>
            <a:chOff x="4602145" y="211015"/>
            <a:chExt cx="2758272" cy="837788"/>
          </a:xfrm>
        </p:grpSpPr>
        <p:sp>
          <p:nvSpPr>
            <p:cNvPr id="20" name="流程图: 终止 19">
              <a:extLst>
                <a:ext uri="{FF2B5EF4-FFF2-40B4-BE49-F238E27FC236}">
                  <a16:creationId xmlns:a16="http://schemas.microsoft.com/office/drawing/2014/main" id="{996E1BFB-125C-45F3-AEC3-86319D368C23}"/>
                </a:ext>
              </a:extLst>
            </p:cNvPr>
            <p:cNvSpPr/>
            <p:nvPr/>
          </p:nvSpPr>
          <p:spPr>
            <a:xfrm>
              <a:off x="5521569" y="566482"/>
              <a:ext cx="1838848" cy="482321"/>
            </a:xfrm>
            <a:prstGeom prst="flowChartTerminator">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
          <p:nvSpPr>
            <p:cNvPr id="22" name="流程图: 终止 21">
              <a:extLst>
                <a:ext uri="{FF2B5EF4-FFF2-40B4-BE49-F238E27FC236}">
                  <a16:creationId xmlns:a16="http://schemas.microsoft.com/office/drawing/2014/main" id="{DEEDD79F-D6D2-4A19-A4F3-9B156BA42CB8}"/>
                </a:ext>
              </a:extLst>
            </p:cNvPr>
            <p:cNvSpPr/>
            <p:nvPr/>
          </p:nvSpPr>
          <p:spPr>
            <a:xfrm>
              <a:off x="4602145" y="211015"/>
              <a:ext cx="1838848" cy="482321"/>
            </a:xfrm>
            <a:prstGeom prst="flowChartTerminator">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
          <p:nvSpPr>
            <p:cNvPr id="23" name="流程图: 终止 22">
              <a:extLst>
                <a:ext uri="{FF2B5EF4-FFF2-40B4-BE49-F238E27FC236}">
                  <a16:creationId xmlns:a16="http://schemas.microsoft.com/office/drawing/2014/main" id="{5C74AD11-2929-4A85-9085-AB225DDC1B5C}"/>
                </a:ext>
              </a:extLst>
            </p:cNvPr>
            <p:cNvSpPr/>
            <p:nvPr/>
          </p:nvSpPr>
          <p:spPr>
            <a:xfrm>
              <a:off x="5521569" y="526200"/>
              <a:ext cx="1838848" cy="482321"/>
            </a:xfrm>
            <a:prstGeom prst="flowChartTermina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grpSp>
      <p:sp>
        <p:nvSpPr>
          <p:cNvPr id="24" name="矩形 23">
            <a:extLst>
              <a:ext uri="{FF2B5EF4-FFF2-40B4-BE49-F238E27FC236}">
                <a16:creationId xmlns:a16="http://schemas.microsoft.com/office/drawing/2014/main" id="{C73ADF1F-38EF-435B-AFE8-407670BA2596}"/>
              </a:ext>
            </a:extLst>
          </p:cNvPr>
          <p:cNvSpPr/>
          <p:nvPr/>
        </p:nvSpPr>
        <p:spPr>
          <a:xfrm>
            <a:off x="1056625" y="-1"/>
            <a:ext cx="2247543" cy="1775719"/>
          </a:xfrm>
          <a:prstGeom prst="rect">
            <a:avLst/>
          </a:prstGeom>
          <a:solidFill>
            <a:srgbClr val="3148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
        <p:nvSpPr>
          <p:cNvPr id="25" name="矩形 24">
            <a:extLst>
              <a:ext uri="{FF2B5EF4-FFF2-40B4-BE49-F238E27FC236}">
                <a16:creationId xmlns:a16="http://schemas.microsoft.com/office/drawing/2014/main" id="{65033491-2A2E-4558-B98A-7C1EC7A94119}"/>
              </a:ext>
            </a:extLst>
          </p:cNvPr>
          <p:cNvSpPr/>
          <p:nvPr/>
        </p:nvSpPr>
        <p:spPr>
          <a:xfrm>
            <a:off x="1056625" y="4913832"/>
            <a:ext cx="2247543" cy="1944168"/>
          </a:xfrm>
          <a:prstGeom prst="rect">
            <a:avLst/>
          </a:prstGeom>
          <a:solidFill>
            <a:srgbClr val="3148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Tree>
    <p:extLst>
      <p:ext uri="{BB962C8B-B14F-4D97-AF65-F5344CB8AC3E}">
        <p14:creationId xmlns:p14="http://schemas.microsoft.com/office/powerpoint/2010/main" val="48066527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500" fill="hold"/>
                                            <p:tgtEl>
                                              <p:spTgt spid="24"/>
                                            </p:tgtEl>
                                            <p:attrNameLst>
                                              <p:attrName>ppt_x</p:attrName>
                                            </p:attrNameLst>
                                          </p:cBhvr>
                                          <p:tavLst>
                                            <p:tav tm="0">
                                              <p:val>
                                                <p:strVal val="#ppt_x"/>
                                              </p:val>
                                            </p:tav>
                                            <p:tav tm="100000">
                                              <p:val>
                                                <p:strVal val="#ppt_x"/>
                                              </p:val>
                                            </p:tav>
                                          </p:tavLst>
                                        </p:anim>
                                        <p:anim calcmode="lin" valueType="num">
                                          <p:cBhvr additive="base">
                                            <p:cTn id="8" dur="500" fill="hold"/>
                                            <p:tgtEl>
                                              <p:spTgt spid="24"/>
                                            </p:tgtEl>
                                            <p:attrNameLst>
                                              <p:attrName>ppt_y</p:attrName>
                                            </p:attrNameLst>
                                          </p:cBhvr>
                                          <p:tavLst>
                                            <p:tav tm="0">
                                              <p:val>
                                                <p:strVal val="0-#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5"/>
                                            </p:tgtEl>
                                            <p:attrNameLst>
                                              <p:attrName>style.visibility</p:attrName>
                                            </p:attrNameLst>
                                          </p:cBhvr>
                                          <p:to>
                                            <p:strVal val="visible"/>
                                          </p:to>
                                        </p:set>
                                        <p:anim calcmode="lin" valueType="num">
                                          <p:cBhvr additive="base">
                                            <p:cTn id="11" dur="500" fill="hold"/>
                                            <p:tgtEl>
                                              <p:spTgt spid="25"/>
                                            </p:tgtEl>
                                            <p:attrNameLst>
                                              <p:attrName>ppt_x</p:attrName>
                                            </p:attrNameLst>
                                          </p:cBhvr>
                                          <p:tavLst>
                                            <p:tav tm="0">
                                              <p:val>
                                                <p:strVal val="#ppt_x"/>
                                              </p:val>
                                            </p:tav>
                                            <p:tav tm="100000">
                                              <p:val>
                                                <p:strVal val="#ppt_x"/>
                                              </p:val>
                                            </p:tav>
                                          </p:tavLst>
                                        </p:anim>
                                        <p:anim calcmode="lin" valueType="num">
                                          <p:cBhvr additive="base">
                                            <p:cTn id="12" dur="500" fill="hold"/>
                                            <p:tgtEl>
                                              <p:spTgt spid="25"/>
                                            </p:tgtEl>
                                            <p:attrNameLst>
                                              <p:attrName>ppt_y</p:attrName>
                                            </p:attrNameLst>
                                          </p:cBhvr>
                                          <p:tavLst>
                                            <p:tav tm="0">
                                              <p:val>
                                                <p:strVal val="1+#ppt_h/2"/>
                                              </p:val>
                                            </p:tav>
                                            <p:tav tm="100000">
                                              <p:val>
                                                <p:strVal val="#ppt_y"/>
                                              </p:val>
                                            </p:tav>
                                          </p:tavLst>
                                        </p:anim>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26"/>
                                            </p:tgtEl>
                                            <p:attrNameLst>
                                              <p:attrName>style.visibility</p:attrName>
                                            </p:attrNameLst>
                                          </p:cBhvr>
                                          <p:to>
                                            <p:strVal val="visible"/>
                                          </p:to>
                                        </p:set>
                                        <p:animEffect transition="in" filter="fade">
                                          <p:cBhvr>
                                            <p:cTn id="16" dur="500"/>
                                            <p:tgtEl>
                                              <p:spTgt spid="26"/>
                                            </p:tgtEl>
                                          </p:cBhvr>
                                        </p:animEffect>
                                      </p:childTnLst>
                                    </p:cTn>
                                  </p:par>
                                </p:childTnLst>
                              </p:cTn>
                            </p:par>
                            <p:par>
                              <p:cTn id="17" fill="hold">
                                <p:stCondLst>
                                  <p:cond delay="1000"/>
                                </p:stCondLst>
                                <p:childTnLst>
                                  <p:par>
                                    <p:cTn id="18" presetID="2" presetClass="entr" presetSubtype="2" fill="hold" nodeType="afterEffect" p14:presetBounceEnd="60000">
                                      <p:stCondLst>
                                        <p:cond delay="0"/>
                                      </p:stCondLst>
                                      <p:childTnLst>
                                        <p:set>
                                          <p:cBhvr>
                                            <p:cTn id="19" dur="1" fill="hold">
                                              <p:stCondLst>
                                                <p:cond delay="0"/>
                                              </p:stCondLst>
                                            </p:cTn>
                                            <p:tgtEl>
                                              <p:spTgt spid="18"/>
                                            </p:tgtEl>
                                            <p:attrNameLst>
                                              <p:attrName>style.visibility</p:attrName>
                                            </p:attrNameLst>
                                          </p:cBhvr>
                                          <p:to>
                                            <p:strVal val="visible"/>
                                          </p:to>
                                        </p:set>
                                        <p:anim calcmode="lin" valueType="num" p14:bounceEnd="60000">
                                          <p:cBhvr additive="base">
                                            <p:cTn id="20" dur="500" fill="hold"/>
                                            <p:tgtEl>
                                              <p:spTgt spid="18"/>
                                            </p:tgtEl>
                                            <p:attrNameLst>
                                              <p:attrName>ppt_x</p:attrName>
                                            </p:attrNameLst>
                                          </p:cBhvr>
                                          <p:tavLst>
                                            <p:tav tm="0">
                                              <p:val>
                                                <p:strVal val="1+#ppt_w/2"/>
                                              </p:val>
                                            </p:tav>
                                            <p:tav tm="100000">
                                              <p:val>
                                                <p:strVal val="#ppt_x"/>
                                              </p:val>
                                            </p:tav>
                                          </p:tavLst>
                                        </p:anim>
                                        <p:anim calcmode="lin" valueType="num" p14:bounceEnd="60000">
                                          <p:cBhvr additive="base">
                                            <p:cTn id="21" dur="500" fill="hold"/>
                                            <p:tgtEl>
                                              <p:spTgt spid="18"/>
                                            </p:tgtEl>
                                            <p:attrNameLst>
                                              <p:attrName>ppt_y</p:attrName>
                                            </p:attrNameLst>
                                          </p:cBhvr>
                                          <p:tavLst>
                                            <p:tav tm="0">
                                              <p:val>
                                                <p:strVal val="#ppt_y"/>
                                              </p:val>
                                            </p:tav>
                                            <p:tav tm="100000">
                                              <p:val>
                                                <p:strVal val="#ppt_y"/>
                                              </p:val>
                                            </p:tav>
                                          </p:tavLst>
                                        </p:anim>
                                      </p:childTnLst>
                                    </p:cTn>
                                  </p:par>
                                </p:childTnLst>
                              </p:cTn>
                            </p:par>
                            <p:par>
                              <p:cTn id="22" fill="hold">
                                <p:stCondLst>
                                  <p:cond delay="1500"/>
                                </p:stCondLst>
                                <p:childTnLst>
                                  <p:par>
                                    <p:cTn id="23" presetID="2" presetClass="entr" presetSubtype="1" fill="hold" grpId="0" nodeType="afterEffect">
                                      <p:stCondLst>
                                        <p:cond delay="0"/>
                                      </p:stCondLst>
                                      <p:childTnLst>
                                        <p:set>
                                          <p:cBhvr>
                                            <p:cTn id="24" dur="1" fill="hold">
                                              <p:stCondLst>
                                                <p:cond delay="0"/>
                                              </p:stCondLst>
                                            </p:cTn>
                                            <p:tgtEl>
                                              <p:spTgt spid="32"/>
                                            </p:tgtEl>
                                            <p:attrNameLst>
                                              <p:attrName>style.visibility</p:attrName>
                                            </p:attrNameLst>
                                          </p:cBhvr>
                                          <p:to>
                                            <p:strVal val="visible"/>
                                          </p:to>
                                        </p:set>
                                        <p:anim calcmode="lin" valueType="num">
                                          <p:cBhvr additive="base">
                                            <p:cTn id="25" dur="500" fill="hold"/>
                                            <p:tgtEl>
                                              <p:spTgt spid="32"/>
                                            </p:tgtEl>
                                            <p:attrNameLst>
                                              <p:attrName>ppt_x</p:attrName>
                                            </p:attrNameLst>
                                          </p:cBhvr>
                                          <p:tavLst>
                                            <p:tav tm="0">
                                              <p:val>
                                                <p:strVal val="#ppt_x"/>
                                              </p:val>
                                            </p:tav>
                                            <p:tav tm="100000">
                                              <p:val>
                                                <p:strVal val="#ppt_x"/>
                                              </p:val>
                                            </p:tav>
                                          </p:tavLst>
                                        </p:anim>
                                        <p:anim calcmode="lin" valueType="num">
                                          <p:cBhvr additive="base">
                                            <p:cTn id="26" dur="500" fill="hold"/>
                                            <p:tgtEl>
                                              <p:spTgt spid="32"/>
                                            </p:tgtEl>
                                            <p:attrNameLst>
                                              <p:attrName>ppt_y</p:attrName>
                                            </p:attrNameLst>
                                          </p:cBhvr>
                                          <p:tavLst>
                                            <p:tav tm="0">
                                              <p:val>
                                                <p:strVal val="0-#ppt_h/2"/>
                                              </p:val>
                                            </p:tav>
                                            <p:tav tm="100000">
                                              <p:val>
                                                <p:strVal val="#ppt_y"/>
                                              </p:val>
                                            </p:tav>
                                          </p:tavLst>
                                        </p:anim>
                                      </p:childTnLst>
                                    </p:cTn>
                                  </p:par>
                                </p:childTnLst>
                              </p:cTn>
                            </p:par>
                            <p:par>
                              <p:cTn id="27" fill="hold">
                                <p:stCondLst>
                                  <p:cond delay="2000"/>
                                </p:stCondLst>
                                <p:childTnLst>
                                  <p:par>
                                    <p:cTn id="28" presetID="16" presetClass="entr" presetSubtype="21" fill="hold" nodeType="afterEffect">
                                      <p:stCondLst>
                                        <p:cond delay="0"/>
                                      </p:stCondLst>
                                      <p:childTnLst>
                                        <p:set>
                                          <p:cBhvr>
                                            <p:cTn id="29" dur="1" fill="hold">
                                              <p:stCondLst>
                                                <p:cond delay="0"/>
                                              </p:stCondLst>
                                            </p:cTn>
                                            <p:tgtEl>
                                              <p:spTgt spid="30"/>
                                            </p:tgtEl>
                                            <p:attrNameLst>
                                              <p:attrName>style.visibility</p:attrName>
                                            </p:attrNameLst>
                                          </p:cBhvr>
                                          <p:to>
                                            <p:strVal val="visible"/>
                                          </p:to>
                                        </p:set>
                                        <p:animEffect transition="in" filter="barn(inVertical)">
                                          <p:cBhvr>
                                            <p:cTn id="30"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32" grpId="0"/>
          <p:bldP spid="24" grpId="0" animBg="1"/>
          <p:bldP spid="25"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500" fill="hold"/>
                                            <p:tgtEl>
                                              <p:spTgt spid="24"/>
                                            </p:tgtEl>
                                            <p:attrNameLst>
                                              <p:attrName>ppt_x</p:attrName>
                                            </p:attrNameLst>
                                          </p:cBhvr>
                                          <p:tavLst>
                                            <p:tav tm="0">
                                              <p:val>
                                                <p:strVal val="#ppt_x"/>
                                              </p:val>
                                            </p:tav>
                                            <p:tav tm="100000">
                                              <p:val>
                                                <p:strVal val="#ppt_x"/>
                                              </p:val>
                                            </p:tav>
                                          </p:tavLst>
                                        </p:anim>
                                        <p:anim calcmode="lin" valueType="num">
                                          <p:cBhvr additive="base">
                                            <p:cTn id="8" dur="500" fill="hold"/>
                                            <p:tgtEl>
                                              <p:spTgt spid="24"/>
                                            </p:tgtEl>
                                            <p:attrNameLst>
                                              <p:attrName>ppt_y</p:attrName>
                                            </p:attrNameLst>
                                          </p:cBhvr>
                                          <p:tavLst>
                                            <p:tav tm="0">
                                              <p:val>
                                                <p:strVal val="0-#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5"/>
                                            </p:tgtEl>
                                            <p:attrNameLst>
                                              <p:attrName>style.visibility</p:attrName>
                                            </p:attrNameLst>
                                          </p:cBhvr>
                                          <p:to>
                                            <p:strVal val="visible"/>
                                          </p:to>
                                        </p:set>
                                        <p:anim calcmode="lin" valueType="num">
                                          <p:cBhvr additive="base">
                                            <p:cTn id="11" dur="500" fill="hold"/>
                                            <p:tgtEl>
                                              <p:spTgt spid="25"/>
                                            </p:tgtEl>
                                            <p:attrNameLst>
                                              <p:attrName>ppt_x</p:attrName>
                                            </p:attrNameLst>
                                          </p:cBhvr>
                                          <p:tavLst>
                                            <p:tav tm="0">
                                              <p:val>
                                                <p:strVal val="#ppt_x"/>
                                              </p:val>
                                            </p:tav>
                                            <p:tav tm="100000">
                                              <p:val>
                                                <p:strVal val="#ppt_x"/>
                                              </p:val>
                                            </p:tav>
                                          </p:tavLst>
                                        </p:anim>
                                        <p:anim calcmode="lin" valueType="num">
                                          <p:cBhvr additive="base">
                                            <p:cTn id="12" dur="500" fill="hold"/>
                                            <p:tgtEl>
                                              <p:spTgt spid="25"/>
                                            </p:tgtEl>
                                            <p:attrNameLst>
                                              <p:attrName>ppt_y</p:attrName>
                                            </p:attrNameLst>
                                          </p:cBhvr>
                                          <p:tavLst>
                                            <p:tav tm="0">
                                              <p:val>
                                                <p:strVal val="1+#ppt_h/2"/>
                                              </p:val>
                                            </p:tav>
                                            <p:tav tm="100000">
                                              <p:val>
                                                <p:strVal val="#ppt_y"/>
                                              </p:val>
                                            </p:tav>
                                          </p:tavLst>
                                        </p:anim>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26"/>
                                            </p:tgtEl>
                                            <p:attrNameLst>
                                              <p:attrName>style.visibility</p:attrName>
                                            </p:attrNameLst>
                                          </p:cBhvr>
                                          <p:to>
                                            <p:strVal val="visible"/>
                                          </p:to>
                                        </p:set>
                                        <p:animEffect transition="in" filter="fade">
                                          <p:cBhvr>
                                            <p:cTn id="16" dur="500"/>
                                            <p:tgtEl>
                                              <p:spTgt spid="26"/>
                                            </p:tgtEl>
                                          </p:cBhvr>
                                        </p:animEffect>
                                      </p:childTnLst>
                                    </p:cTn>
                                  </p:par>
                                </p:childTnLst>
                              </p:cTn>
                            </p:par>
                            <p:par>
                              <p:cTn id="17" fill="hold">
                                <p:stCondLst>
                                  <p:cond delay="1000"/>
                                </p:stCondLst>
                                <p:childTnLst>
                                  <p:par>
                                    <p:cTn id="18" presetID="2" presetClass="entr" presetSubtype="2" fill="hold" nodeType="afterEffect">
                                      <p:stCondLst>
                                        <p:cond delay="0"/>
                                      </p:stCondLst>
                                      <p:childTnLst>
                                        <p:set>
                                          <p:cBhvr>
                                            <p:cTn id="19" dur="1" fill="hold">
                                              <p:stCondLst>
                                                <p:cond delay="0"/>
                                              </p:stCondLst>
                                            </p:cTn>
                                            <p:tgtEl>
                                              <p:spTgt spid="18"/>
                                            </p:tgtEl>
                                            <p:attrNameLst>
                                              <p:attrName>style.visibility</p:attrName>
                                            </p:attrNameLst>
                                          </p:cBhvr>
                                          <p:to>
                                            <p:strVal val="visible"/>
                                          </p:to>
                                        </p:set>
                                        <p:anim calcmode="lin" valueType="num">
                                          <p:cBhvr additive="base">
                                            <p:cTn id="20" dur="500" fill="hold"/>
                                            <p:tgtEl>
                                              <p:spTgt spid="18"/>
                                            </p:tgtEl>
                                            <p:attrNameLst>
                                              <p:attrName>ppt_x</p:attrName>
                                            </p:attrNameLst>
                                          </p:cBhvr>
                                          <p:tavLst>
                                            <p:tav tm="0">
                                              <p:val>
                                                <p:strVal val="1+#ppt_w/2"/>
                                              </p:val>
                                            </p:tav>
                                            <p:tav tm="100000">
                                              <p:val>
                                                <p:strVal val="#ppt_x"/>
                                              </p:val>
                                            </p:tav>
                                          </p:tavLst>
                                        </p:anim>
                                        <p:anim calcmode="lin" valueType="num">
                                          <p:cBhvr additive="base">
                                            <p:cTn id="21" dur="500" fill="hold"/>
                                            <p:tgtEl>
                                              <p:spTgt spid="18"/>
                                            </p:tgtEl>
                                            <p:attrNameLst>
                                              <p:attrName>ppt_y</p:attrName>
                                            </p:attrNameLst>
                                          </p:cBhvr>
                                          <p:tavLst>
                                            <p:tav tm="0">
                                              <p:val>
                                                <p:strVal val="#ppt_y"/>
                                              </p:val>
                                            </p:tav>
                                            <p:tav tm="100000">
                                              <p:val>
                                                <p:strVal val="#ppt_y"/>
                                              </p:val>
                                            </p:tav>
                                          </p:tavLst>
                                        </p:anim>
                                      </p:childTnLst>
                                    </p:cTn>
                                  </p:par>
                                </p:childTnLst>
                              </p:cTn>
                            </p:par>
                            <p:par>
                              <p:cTn id="22" fill="hold">
                                <p:stCondLst>
                                  <p:cond delay="1500"/>
                                </p:stCondLst>
                                <p:childTnLst>
                                  <p:par>
                                    <p:cTn id="23" presetID="2" presetClass="entr" presetSubtype="1" fill="hold" grpId="0" nodeType="afterEffect">
                                      <p:stCondLst>
                                        <p:cond delay="0"/>
                                      </p:stCondLst>
                                      <p:childTnLst>
                                        <p:set>
                                          <p:cBhvr>
                                            <p:cTn id="24" dur="1" fill="hold">
                                              <p:stCondLst>
                                                <p:cond delay="0"/>
                                              </p:stCondLst>
                                            </p:cTn>
                                            <p:tgtEl>
                                              <p:spTgt spid="32"/>
                                            </p:tgtEl>
                                            <p:attrNameLst>
                                              <p:attrName>style.visibility</p:attrName>
                                            </p:attrNameLst>
                                          </p:cBhvr>
                                          <p:to>
                                            <p:strVal val="visible"/>
                                          </p:to>
                                        </p:set>
                                        <p:anim calcmode="lin" valueType="num">
                                          <p:cBhvr additive="base">
                                            <p:cTn id="25" dur="500" fill="hold"/>
                                            <p:tgtEl>
                                              <p:spTgt spid="32"/>
                                            </p:tgtEl>
                                            <p:attrNameLst>
                                              <p:attrName>ppt_x</p:attrName>
                                            </p:attrNameLst>
                                          </p:cBhvr>
                                          <p:tavLst>
                                            <p:tav tm="0">
                                              <p:val>
                                                <p:strVal val="#ppt_x"/>
                                              </p:val>
                                            </p:tav>
                                            <p:tav tm="100000">
                                              <p:val>
                                                <p:strVal val="#ppt_x"/>
                                              </p:val>
                                            </p:tav>
                                          </p:tavLst>
                                        </p:anim>
                                        <p:anim calcmode="lin" valueType="num">
                                          <p:cBhvr additive="base">
                                            <p:cTn id="26" dur="500" fill="hold"/>
                                            <p:tgtEl>
                                              <p:spTgt spid="32"/>
                                            </p:tgtEl>
                                            <p:attrNameLst>
                                              <p:attrName>ppt_y</p:attrName>
                                            </p:attrNameLst>
                                          </p:cBhvr>
                                          <p:tavLst>
                                            <p:tav tm="0">
                                              <p:val>
                                                <p:strVal val="0-#ppt_h/2"/>
                                              </p:val>
                                            </p:tav>
                                            <p:tav tm="100000">
                                              <p:val>
                                                <p:strVal val="#ppt_y"/>
                                              </p:val>
                                            </p:tav>
                                          </p:tavLst>
                                        </p:anim>
                                      </p:childTnLst>
                                    </p:cTn>
                                  </p:par>
                                </p:childTnLst>
                              </p:cTn>
                            </p:par>
                            <p:par>
                              <p:cTn id="27" fill="hold">
                                <p:stCondLst>
                                  <p:cond delay="2000"/>
                                </p:stCondLst>
                                <p:childTnLst>
                                  <p:par>
                                    <p:cTn id="28" presetID="16" presetClass="entr" presetSubtype="21" fill="hold" nodeType="afterEffect">
                                      <p:stCondLst>
                                        <p:cond delay="0"/>
                                      </p:stCondLst>
                                      <p:childTnLst>
                                        <p:set>
                                          <p:cBhvr>
                                            <p:cTn id="29" dur="1" fill="hold">
                                              <p:stCondLst>
                                                <p:cond delay="0"/>
                                              </p:stCondLst>
                                            </p:cTn>
                                            <p:tgtEl>
                                              <p:spTgt spid="30"/>
                                            </p:tgtEl>
                                            <p:attrNameLst>
                                              <p:attrName>style.visibility</p:attrName>
                                            </p:attrNameLst>
                                          </p:cBhvr>
                                          <p:to>
                                            <p:strVal val="visible"/>
                                          </p:to>
                                        </p:set>
                                        <p:animEffect transition="in" filter="barn(inVertical)">
                                          <p:cBhvr>
                                            <p:cTn id="30"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32" grpId="0"/>
          <p:bldP spid="24" grpId="0" animBg="1"/>
          <p:bldP spid="25" grpId="0" animBg="1"/>
        </p:bldLst>
      </p:timing>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文本框 34">
            <a:extLst>
              <a:ext uri="{FF2B5EF4-FFF2-40B4-BE49-F238E27FC236}">
                <a16:creationId xmlns:a16="http://schemas.microsoft.com/office/drawing/2014/main" id="{0C025DF2-33BF-4666-A522-B44F2D4999E0}"/>
              </a:ext>
            </a:extLst>
          </p:cNvPr>
          <p:cNvSpPr txBox="1"/>
          <p:nvPr/>
        </p:nvSpPr>
        <p:spPr>
          <a:xfrm>
            <a:off x="698040" y="690937"/>
            <a:ext cx="10142776" cy="1240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defPPr>
              <a:defRPr lang="zh-CN"/>
            </a:defPPr>
            <a:lvl1pPr>
              <a:lnSpc>
                <a:spcPct val="120000"/>
              </a:lnSpc>
              <a:buFont typeface="Arial" charset="0"/>
              <a:buNone/>
              <a:defRPr sz="1400">
                <a:solidFill>
                  <a:schemeClr val="tx2">
                    <a:lumMod val="75000"/>
                  </a:schemeClr>
                </a:solidFill>
                <a:latin typeface="+mn-lt"/>
                <a:ea typeface="+mn-ea"/>
                <a:cs typeface="+mn-ea"/>
              </a:defRPr>
            </a:lvl1pPr>
            <a:lvl2pPr marL="742950" indent="-285750">
              <a:spcBef>
                <a:spcPct val="20000"/>
              </a:spcBef>
              <a:buFont typeface="Arial" charset="0"/>
              <a:buChar char="–"/>
              <a:defRPr sz="2800">
                <a:latin typeface="微软雅黑" pitchFamily="34" charset="-122"/>
                <a:ea typeface="微软雅黑" pitchFamily="34" charset="-122"/>
              </a:defRPr>
            </a:lvl2pPr>
            <a:lvl3pPr marL="1143000" indent="-228600">
              <a:spcBef>
                <a:spcPct val="20000"/>
              </a:spcBef>
              <a:buFont typeface="Arial" charset="0"/>
              <a:buChar char="•"/>
              <a:defRPr sz="2400">
                <a:latin typeface="微软雅黑" pitchFamily="34" charset="-122"/>
                <a:ea typeface="微软雅黑" pitchFamily="34" charset="-122"/>
              </a:defRPr>
            </a:lvl3pPr>
            <a:lvl4pPr marL="1600200" indent="-228600">
              <a:spcBef>
                <a:spcPct val="20000"/>
              </a:spcBef>
              <a:buFont typeface="Arial" charset="0"/>
              <a:buChar char="–"/>
              <a:defRPr sz="2000">
                <a:latin typeface="微软雅黑" pitchFamily="34" charset="-122"/>
                <a:ea typeface="微软雅黑" pitchFamily="34" charset="-122"/>
              </a:defRPr>
            </a:lvl4pPr>
            <a:lvl5pPr marL="2057400" indent="-228600">
              <a:spcBef>
                <a:spcPct val="20000"/>
              </a:spcBef>
              <a:buFont typeface="Arial" charset="0"/>
              <a:buChar char="»"/>
              <a:defRPr sz="2000">
                <a:latin typeface="微软雅黑" pitchFamily="34" charset="-122"/>
                <a:ea typeface="微软雅黑" pitchFamily="34" charset="-122"/>
              </a:defRPr>
            </a:lvl5pPr>
            <a:lvl6pPr marL="2514600" indent="-228600" eaLnBrk="0" fontAlgn="base" hangingPunct="0">
              <a:spcBef>
                <a:spcPct val="20000"/>
              </a:spcBef>
              <a:spcAft>
                <a:spcPct val="0"/>
              </a:spcAft>
              <a:buFont typeface="Arial" charset="0"/>
              <a:buChar char="»"/>
              <a:defRPr sz="2000">
                <a:latin typeface="微软雅黑" pitchFamily="34" charset="-122"/>
                <a:ea typeface="微软雅黑" pitchFamily="34" charset="-122"/>
              </a:defRPr>
            </a:lvl6pPr>
            <a:lvl7pPr marL="2971800" indent="-228600" eaLnBrk="0" fontAlgn="base" hangingPunct="0">
              <a:spcBef>
                <a:spcPct val="20000"/>
              </a:spcBef>
              <a:spcAft>
                <a:spcPct val="0"/>
              </a:spcAft>
              <a:buFont typeface="Arial" charset="0"/>
              <a:buChar char="»"/>
              <a:defRPr sz="2000">
                <a:latin typeface="微软雅黑" pitchFamily="34" charset="-122"/>
                <a:ea typeface="微软雅黑" pitchFamily="34" charset="-122"/>
              </a:defRPr>
            </a:lvl7pPr>
            <a:lvl8pPr marL="3429000" indent="-228600" eaLnBrk="0" fontAlgn="base" hangingPunct="0">
              <a:spcBef>
                <a:spcPct val="20000"/>
              </a:spcBef>
              <a:spcAft>
                <a:spcPct val="0"/>
              </a:spcAft>
              <a:buFont typeface="Arial" charset="0"/>
              <a:buChar char="»"/>
              <a:defRPr sz="2000">
                <a:latin typeface="微软雅黑" pitchFamily="34" charset="-122"/>
                <a:ea typeface="微软雅黑" pitchFamily="34" charset="-122"/>
              </a:defRPr>
            </a:lvl8pPr>
            <a:lvl9pPr marL="3886200" indent="-228600" eaLnBrk="0" fontAlgn="base" hangingPunct="0">
              <a:spcBef>
                <a:spcPct val="20000"/>
              </a:spcBef>
              <a:spcAft>
                <a:spcPct val="0"/>
              </a:spcAft>
              <a:buFont typeface="Arial" charset="0"/>
              <a:buChar char="»"/>
              <a:defRPr sz="2000">
                <a:latin typeface="微软雅黑" pitchFamily="34" charset="-122"/>
                <a:ea typeface="微软雅黑" pitchFamily="34" charset="-122"/>
              </a:defRPr>
            </a:lvl9pPr>
          </a:lstStyle>
          <a:p>
            <a:r>
              <a:rPr lang="en-US" altLang="zh-CN" sz="2400">
                <a:solidFill>
                  <a:srgbClr val="314865"/>
                </a:solidFill>
                <a:latin typeface="Arial"/>
                <a:sym typeface="Arial"/>
              </a:rPr>
              <a:t>1. </a:t>
            </a:r>
            <a:r>
              <a:rPr lang="zh-CN" altLang="en-US" sz="2400">
                <a:solidFill>
                  <a:srgbClr val="314865"/>
                </a:solidFill>
                <a:latin typeface="Arial"/>
                <a:sym typeface="Arial"/>
              </a:rPr>
              <a:t>用户信息表</a:t>
            </a:r>
            <a:endParaRPr lang="en-US" altLang="zh-CN" sz="2400">
              <a:solidFill>
                <a:srgbClr val="314865"/>
              </a:solidFill>
              <a:latin typeface="Arial"/>
              <a:sym typeface="Arial"/>
            </a:endParaRPr>
          </a:p>
          <a:p>
            <a:pPr algn="just"/>
            <a:r>
              <a:rPr lang="zh-CN" altLang="en-US" sz="2000">
                <a:solidFill>
                  <a:srgbClr val="314865"/>
                </a:solidFill>
                <a:latin typeface="Arial"/>
                <a:sym typeface="Arial"/>
              </a:rPr>
              <a:t>用户信息表是用来存放已经注册了 </a:t>
            </a:r>
            <a:r>
              <a:rPr lang="en-US" altLang="zh-CN" sz="2000">
                <a:solidFill>
                  <a:srgbClr val="314865"/>
                </a:solidFill>
                <a:latin typeface="Arial"/>
                <a:sym typeface="Arial"/>
              </a:rPr>
              <a:t>E </a:t>
            </a:r>
            <a:r>
              <a:rPr lang="zh-CN" altLang="en-US" sz="2000">
                <a:solidFill>
                  <a:srgbClr val="314865"/>
                </a:solidFill>
                <a:latin typeface="Arial"/>
                <a:sym typeface="Arial"/>
              </a:rPr>
              <a:t>家系统的用户的数据信息。</a:t>
            </a:r>
            <a:endParaRPr lang="en-US" altLang="zh-CN" sz="2000">
              <a:solidFill>
                <a:srgbClr val="314865"/>
              </a:solidFill>
              <a:latin typeface="Arial"/>
              <a:sym typeface="Arial"/>
            </a:endParaRPr>
          </a:p>
          <a:p>
            <a:pPr algn="just"/>
            <a:endParaRPr lang="en-US" altLang="zh-CN" sz="2000" dirty="0">
              <a:solidFill>
                <a:srgbClr val="314865"/>
              </a:solidFill>
              <a:latin typeface="Arial"/>
              <a:sym typeface="Arial"/>
            </a:endParaRPr>
          </a:p>
        </p:txBody>
      </p:sp>
      <p:grpSp>
        <p:nvGrpSpPr>
          <p:cNvPr id="42" name="组合 41">
            <a:extLst>
              <a:ext uri="{FF2B5EF4-FFF2-40B4-BE49-F238E27FC236}">
                <a16:creationId xmlns:a16="http://schemas.microsoft.com/office/drawing/2014/main" id="{1ABEDB34-8D7D-4F95-B061-3F80AAFBFA77}"/>
              </a:ext>
            </a:extLst>
          </p:cNvPr>
          <p:cNvGrpSpPr/>
          <p:nvPr/>
        </p:nvGrpSpPr>
        <p:grpSpPr>
          <a:xfrm>
            <a:off x="164616" y="178180"/>
            <a:ext cx="2804616" cy="368580"/>
            <a:chOff x="164616" y="178180"/>
            <a:chExt cx="2804616" cy="368580"/>
          </a:xfrm>
        </p:grpSpPr>
        <p:cxnSp>
          <p:nvCxnSpPr>
            <p:cNvPr id="43" name="直接连接符 42">
              <a:extLst>
                <a:ext uri="{FF2B5EF4-FFF2-40B4-BE49-F238E27FC236}">
                  <a16:creationId xmlns:a16="http://schemas.microsoft.com/office/drawing/2014/main" id="{47AFA606-6701-49F4-A8BE-35A4D8A4DE05}"/>
                </a:ext>
              </a:extLst>
            </p:cNvPr>
            <p:cNvCxnSpPr>
              <a:cxnSpLocks/>
            </p:cNvCxnSpPr>
            <p:nvPr/>
          </p:nvCxnSpPr>
          <p:spPr>
            <a:xfrm flipV="1">
              <a:off x="164616" y="535956"/>
              <a:ext cx="2804616" cy="10804"/>
            </a:xfrm>
            <a:prstGeom prst="line">
              <a:avLst/>
            </a:prstGeom>
            <a:ln>
              <a:solidFill>
                <a:srgbClr val="314865"/>
              </a:solidFill>
            </a:ln>
          </p:spPr>
          <p:style>
            <a:lnRef idx="1">
              <a:schemeClr val="accent1"/>
            </a:lnRef>
            <a:fillRef idx="0">
              <a:schemeClr val="accent1"/>
            </a:fillRef>
            <a:effectRef idx="0">
              <a:schemeClr val="accent1"/>
            </a:effectRef>
            <a:fontRef idx="minor">
              <a:schemeClr val="tx1"/>
            </a:fontRef>
          </p:style>
        </p:cxnSp>
        <p:sp>
          <p:nvSpPr>
            <p:cNvPr id="44" name="文本框 43">
              <a:extLst>
                <a:ext uri="{FF2B5EF4-FFF2-40B4-BE49-F238E27FC236}">
                  <a16:creationId xmlns:a16="http://schemas.microsoft.com/office/drawing/2014/main" id="{92997A45-AA42-4E5B-8211-228C466B9130}"/>
                </a:ext>
              </a:extLst>
            </p:cNvPr>
            <p:cNvSpPr txBox="1"/>
            <p:nvPr/>
          </p:nvSpPr>
          <p:spPr>
            <a:xfrm>
              <a:off x="534486" y="178180"/>
              <a:ext cx="2434746" cy="338554"/>
            </a:xfrm>
            <a:prstGeom prst="rect">
              <a:avLst/>
            </a:prstGeom>
            <a:noFill/>
          </p:spPr>
          <p:txBody>
            <a:bodyPr wrap="square" rtlCol="0">
              <a:spAutoFit/>
            </a:bodyPr>
            <a:lstStyle/>
            <a:p>
              <a:pPr algn="ctr">
                <a:spcBef>
                  <a:spcPct val="20000"/>
                </a:spcBef>
                <a:buClr>
                  <a:schemeClr val="hlink"/>
                </a:buClr>
                <a:buSzPct val="65000"/>
              </a:pPr>
              <a:r>
                <a:rPr lang="zh-CN" altLang="en-US" sz="1600" b="1">
                  <a:solidFill>
                    <a:srgbClr val="314865"/>
                  </a:solidFill>
                  <a:effectLst>
                    <a:innerShdw blurRad="63500" dist="50800" dir="13500000">
                      <a:prstClr val="black">
                        <a:alpha val="50000"/>
                      </a:prstClr>
                    </a:innerShdw>
                  </a:effectLst>
                  <a:latin typeface="Arial"/>
                  <a:ea typeface="微软雅黑"/>
                  <a:sym typeface="Arial"/>
                </a:rPr>
                <a:t>数据库表设计</a:t>
              </a:r>
              <a:endParaRPr lang="zh-CN" altLang="en-US" sz="1600" b="1" dirty="0">
                <a:solidFill>
                  <a:srgbClr val="314865"/>
                </a:solidFill>
                <a:effectLst>
                  <a:innerShdw blurRad="63500" dist="50800" dir="13500000">
                    <a:prstClr val="black">
                      <a:alpha val="50000"/>
                    </a:prstClr>
                  </a:innerShdw>
                </a:effectLst>
                <a:latin typeface="Arial"/>
                <a:ea typeface="微软雅黑"/>
                <a:sym typeface="Arial"/>
              </a:endParaRPr>
            </a:p>
          </p:txBody>
        </p:sp>
        <p:sp>
          <p:nvSpPr>
            <p:cNvPr id="45" name="矩形 44">
              <a:extLst>
                <a:ext uri="{FF2B5EF4-FFF2-40B4-BE49-F238E27FC236}">
                  <a16:creationId xmlns:a16="http://schemas.microsoft.com/office/drawing/2014/main" id="{C0ED3065-FF93-46E7-A78C-AF340786F025}"/>
                </a:ext>
              </a:extLst>
            </p:cNvPr>
            <p:cNvSpPr/>
            <p:nvPr/>
          </p:nvSpPr>
          <p:spPr>
            <a:xfrm>
              <a:off x="164616" y="178180"/>
              <a:ext cx="47829" cy="284416"/>
            </a:xfrm>
            <a:prstGeom prst="rect">
              <a:avLst/>
            </a:prstGeom>
            <a:solidFill>
              <a:srgbClr val="314865"/>
            </a:solidFill>
            <a:ln>
              <a:solidFill>
                <a:srgbClr val="3148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
          <p:nvSpPr>
            <p:cNvPr id="46" name="矩形 45">
              <a:extLst>
                <a:ext uri="{FF2B5EF4-FFF2-40B4-BE49-F238E27FC236}">
                  <a16:creationId xmlns:a16="http://schemas.microsoft.com/office/drawing/2014/main" id="{4F33D129-DCE0-421A-968D-70DD06CEAA65}"/>
                </a:ext>
              </a:extLst>
            </p:cNvPr>
            <p:cNvSpPr/>
            <p:nvPr/>
          </p:nvSpPr>
          <p:spPr>
            <a:xfrm>
              <a:off x="275779" y="252586"/>
              <a:ext cx="47828" cy="210010"/>
            </a:xfrm>
            <a:prstGeom prst="rect">
              <a:avLst/>
            </a:prstGeom>
            <a:solidFill>
              <a:srgbClr val="314865"/>
            </a:solidFill>
            <a:ln>
              <a:solidFill>
                <a:srgbClr val="3148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
          <p:nvSpPr>
            <p:cNvPr id="47" name="矩形 46">
              <a:extLst>
                <a:ext uri="{FF2B5EF4-FFF2-40B4-BE49-F238E27FC236}">
                  <a16:creationId xmlns:a16="http://schemas.microsoft.com/office/drawing/2014/main" id="{8B667072-A78C-44AC-80E8-23E10E8E3B9D}"/>
                </a:ext>
              </a:extLst>
            </p:cNvPr>
            <p:cNvSpPr/>
            <p:nvPr/>
          </p:nvSpPr>
          <p:spPr>
            <a:xfrm flipH="1">
              <a:off x="377808" y="320388"/>
              <a:ext cx="47827" cy="142208"/>
            </a:xfrm>
            <a:prstGeom prst="rect">
              <a:avLst/>
            </a:prstGeom>
            <a:solidFill>
              <a:srgbClr val="314865"/>
            </a:solidFill>
            <a:ln>
              <a:solidFill>
                <a:srgbClr val="3148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grpSp>
      <p:graphicFrame>
        <p:nvGraphicFramePr>
          <p:cNvPr id="2" name="表格 1">
            <a:extLst>
              <a:ext uri="{FF2B5EF4-FFF2-40B4-BE49-F238E27FC236}">
                <a16:creationId xmlns:a16="http://schemas.microsoft.com/office/drawing/2014/main" id="{F8704ECF-3E33-7D32-544D-082A096135D1}"/>
              </a:ext>
            </a:extLst>
          </p:cNvPr>
          <p:cNvGraphicFramePr>
            <a:graphicFrameLocks noGrp="1"/>
          </p:cNvGraphicFramePr>
          <p:nvPr>
            <p:extLst>
              <p:ext uri="{D42A27DB-BD31-4B8C-83A1-F6EECF244321}">
                <p14:modId xmlns:p14="http://schemas.microsoft.com/office/powerpoint/2010/main" val="2216954145"/>
              </p:ext>
            </p:extLst>
          </p:nvPr>
        </p:nvGraphicFramePr>
        <p:xfrm>
          <a:off x="2851017" y="1786855"/>
          <a:ext cx="6489965" cy="4132685"/>
        </p:xfrm>
        <a:graphic>
          <a:graphicData uri="http://schemas.openxmlformats.org/drawingml/2006/table">
            <a:tbl>
              <a:tblPr firstRow="1" firstCol="1" bandRow="1">
                <a:tableStyleId>{5C22544A-7EE6-4342-B048-85BDC9FD1C3A}</a:tableStyleId>
              </a:tblPr>
              <a:tblGrid>
                <a:gridCol w="1081407">
                  <a:extLst>
                    <a:ext uri="{9D8B030D-6E8A-4147-A177-3AD203B41FA5}">
                      <a16:colId xmlns:a16="http://schemas.microsoft.com/office/drawing/2014/main" val="1935885105"/>
                    </a:ext>
                  </a:extLst>
                </a:gridCol>
                <a:gridCol w="1611283">
                  <a:extLst>
                    <a:ext uri="{9D8B030D-6E8A-4147-A177-3AD203B41FA5}">
                      <a16:colId xmlns:a16="http://schemas.microsoft.com/office/drawing/2014/main" val="966331467"/>
                    </a:ext>
                  </a:extLst>
                </a:gridCol>
                <a:gridCol w="992746">
                  <a:extLst>
                    <a:ext uri="{9D8B030D-6E8A-4147-A177-3AD203B41FA5}">
                      <a16:colId xmlns:a16="http://schemas.microsoft.com/office/drawing/2014/main" val="2144843594"/>
                    </a:ext>
                  </a:extLst>
                </a:gridCol>
                <a:gridCol w="640191">
                  <a:extLst>
                    <a:ext uri="{9D8B030D-6E8A-4147-A177-3AD203B41FA5}">
                      <a16:colId xmlns:a16="http://schemas.microsoft.com/office/drawing/2014/main" val="702703060"/>
                    </a:ext>
                  </a:extLst>
                </a:gridCol>
                <a:gridCol w="1082169">
                  <a:extLst>
                    <a:ext uri="{9D8B030D-6E8A-4147-A177-3AD203B41FA5}">
                      <a16:colId xmlns:a16="http://schemas.microsoft.com/office/drawing/2014/main" val="533174080"/>
                    </a:ext>
                  </a:extLst>
                </a:gridCol>
                <a:gridCol w="1082169">
                  <a:extLst>
                    <a:ext uri="{9D8B030D-6E8A-4147-A177-3AD203B41FA5}">
                      <a16:colId xmlns:a16="http://schemas.microsoft.com/office/drawing/2014/main" val="2724138975"/>
                    </a:ext>
                  </a:extLst>
                </a:gridCol>
              </a:tblGrid>
              <a:tr h="321588">
                <a:tc>
                  <a:txBody>
                    <a:bodyPr/>
                    <a:lstStyle/>
                    <a:p>
                      <a:pPr algn="ctr">
                        <a:lnSpc>
                          <a:spcPct val="150000"/>
                        </a:lnSpc>
                      </a:pPr>
                      <a:r>
                        <a:rPr lang="zh-CN" sz="1050" kern="100">
                          <a:effectLst/>
                        </a:rPr>
                        <a:t>名称</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zh-CN" sz="1050" kern="100">
                          <a:effectLst/>
                        </a:rPr>
                        <a:t>字段</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zh-CN" sz="1050" kern="100">
                          <a:effectLst/>
                        </a:rPr>
                        <a:t>类型</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zh-CN" sz="1050" kern="100">
                          <a:effectLst/>
                        </a:rPr>
                        <a:t>长度</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zh-CN" sz="1050" kern="100">
                          <a:effectLst/>
                        </a:rPr>
                        <a:t>是否为空</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zh-CN" sz="1050" kern="100">
                          <a:effectLst/>
                        </a:rPr>
                        <a:t>备注</a:t>
                      </a:r>
                      <a:endParaRPr lang="zh-CN" sz="105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3248421574"/>
                  </a:ext>
                </a:extLst>
              </a:tr>
              <a:tr h="321588">
                <a:tc>
                  <a:txBody>
                    <a:bodyPr/>
                    <a:lstStyle/>
                    <a:p>
                      <a:pPr algn="ctr">
                        <a:lnSpc>
                          <a:spcPct val="150000"/>
                        </a:lnSpc>
                      </a:pPr>
                      <a:r>
                        <a:rPr lang="zh-CN" sz="1050" kern="100">
                          <a:effectLst/>
                        </a:rPr>
                        <a:t>用户</a:t>
                      </a:r>
                      <a:r>
                        <a:rPr lang="en-US" sz="1050" kern="100">
                          <a:effectLst/>
                        </a:rPr>
                        <a:t>ID</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user_id</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int</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 </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NO</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zh-CN" sz="1050" kern="100">
                          <a:effectLst/>
                        </a:rPr>
                        <a:t>主键</a:t>
                      </a:r>
                      <a:endParaRPr lang="zh-CN" sz="105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2841387466"/>
                  </a:ext>
                </a:extLst>
              </a:tr>
              <a:tr h="552863">
                <a:tc>
                  <a:txBody>
                    <a:bodyPr/>
                    <a:lstStyle/>
                    <a:p>
                      <a:pPr algn="ctr">
                        <a:lnSpc>
                          <a:spcPct val="150000"/>
                        </a:lnSpc>
                      </a:pPr>
                      <a:r>
                        <a:rPr lang="zh-CN" sz="1050" kern="100">
                          <a:effectLst/>
                        </a:rPr>
                        <a:t>账号</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user_name</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varchar</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25</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NO</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 </a:t>
                      </a:r>
                      <a:endParaRPr lang="zh-CN" sz="105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3216419379"/>
                  </a:ext>
                </a:extLst>
              </a:tr>
              <a:tr h="321588">
                <a:tc>
                  <a:txBody>
                    <a:bodyPr/>
                    <a:lstStyle/>
                    <a:p>
                      <a:pPr algn="ctr">
                        <a:lnSpc>
                          <a:spcPct val="150000"/>
                        </a:lnSpc>
                      </a:pPr>
                      <a:r>
                        <a:rPr lang="zh-CN" sz="1050" kern="100">
                          <a:effectLst/>
                        </a:rPr>
                        <a:t>昵称</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user_nickname</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varchar</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50</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NO</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 </a:t>
                      </a:r>
                      <a:endParaRPr lang="zh-CN" sz="105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3164466863"/>
                  </a:ext>
                </a:extLst>
              </a:tr>
              <a:tr h="321588">
                <a:tc>
                  <a:txBody>
                    <a:bodyPr/>
                    <a:lstStyle/>
                    <a:p>
                      <a:pPr algn="ctr">
                        <a:lnSpc>
                          <a:spcPct val="150000"/>
                        </a:lnSpc>
                      </a:pPr>
                      <a:r>
                        <a:rPr lang="zh-CN" sz="1050" kern="100">
                          <a:effectLst/>
                        </a:rPr>
                        <a:t>密码</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user_password</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varchar</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50</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NO</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 </a:t>
                      </a:r>
                      <a:endParaRPr lang="zh-CN" sz="105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137797637"/>
                  </a:ext>
                </a:extLst>
              </a:tr>
              <a:tr h="321588">
                <a:tc>
                  <a:txBody>
                    <a:bodyPr/>
                    <a:lstStyle/>
                    <a:p>
                      <a:pPr algn="ctr">
                        <a:lnSpc>
                          <a:spcPct val="150000"/>
                        </a:lnSpc>
                      </a:pPr>
                      <a:r>
                        <a:rPr lang="zh-CN" sz="1050" kern="100">
                          <a:effectLst/>
                        </a:rPr>
                        <a:t>真实姓名</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user_realname</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varchar</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20</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YES</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 </a:t>
                      </a:r>
                      <a:endParaRPr lang="zh-CN" sz="105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3182863184"/>
                  </a:ext>
                </a:extLst>
              </a:tr>
              <a:tr h="321588">
                <a:tc>
                  <a:txBody>
                    <a:bodyPr/>
                    <a:lstStyle/>
                    <a:p>
                      <a:pPr algn="ctr">
                        <a:lnSpc>
                          <a:spcPct val="150000"/>
                        </a:lnSpc>
                      </a:pPr>
                      <a:r>
                        <a:rPr lang="zh-CN" sz="1050" kern="100">
                          <a:effectLst/>
                        </a:rPr>
                        <a:t>性别</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user_gender</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tinyint</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 </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NO</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 </a:t>
                      </a:r>
                      <a:endParaRPr lang="zh-CN" sz="105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3649519367"/>
                  </a:ext>
                </a:extLst>
              </a:tr>
              <a:tr h="321588">
                <a:tc>
                  <a:txBody>
                    <a:bodyPr/>
                    <a:lstStyle/>
                    <a:p>
                      <a:pPr algn="ctr">
                        <a:lnSpc>
                          <a:spcPct val="150000"/>
                        </a:lnSpc>
                      </a:pPr>
                      <a:r>
                        <a:rPr lang="zh-CN" sz="1050" kern="100">
                          <a:effectLst/>
                        </a:rPr>
                        <a:t>出生日期</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user_birthday</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date</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 </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NO</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 </a:t>
                      </a:r>
                      <a:endParaRPr lang="zh-CN" sz="105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226430543"/>
                  </a:ext>
                </a:extLst>
              </a:tr>
              <a:tr h="321588">
                <a:tc>
                  <a:txBody>
                    <a:bodyPr/>
                    <a:lstStyle/>
                    <a:p>
                      <a:pPr algn="ctr">
                        <a:lnSpc>
                          <a:spcPct val="150000"/>
                        </a:lnSpc>
                      </a:pPr>
                      <a:r>
                        <a:rPr lang="zh-CN" sz="1050" kern="100">
                          <a:effectLst/>
                        </a:rPr>
                        <a:t>地址</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user_address</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char</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6</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NO</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 </a:t>
                      </a:r>
                      <a:endParaRPr lang="zh-CN" sz="105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1028683686"/>
                  </a:ext>
                </a:extLst>
              </a:tr>
              <a:tr h="321588">
                <a:tc>
                  <a:txBody>
                    <a:bodyPr/>
                    <a:lstStyle/>
                    <a:p>
                      <a:pPr algn="ctr">
                        <a:lnSpc>
                          <a:spcPct val="150000"/>
                        </a:lnSpc>
                      </a:pPr>
                      <a:r>
                        <a:rPr lang="zh-CN" sz="1050" kern="100">
                          <a:effectLst/>
                        </a:rPr>
                        <a:t>家乡</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user_homeplace</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char</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6</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NO</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 </a:t>
                      </a:r>
                      <a:endParaRPr lang="zh-CN" sz="105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439648984"/>
                  </a:ext>
                </a:extLst>
              </a:tr>
              <a:tr h="685530">
                <a:tc>
                  <a:txBody>
                    <a:bodyPr/>
                    <a:lstStyle/>
                    <a:p>
                      <a:pPr algn="ctr">
                        <a:lnSpc>
                          <a:spcPct val="150000"/>
                        </a:lnSpc>
                      </a:pPr>
                      <a:r>
                        <a:rPr lang="zh-CN" sz="1050" kern="100">
                          <a:effectLst/>
                        </a:rPr>
                        <a:t>头像</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user_profile_picture_src</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varchar</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100</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YES</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 </a:t>
                      </a:r>
                      <a:endParaRPr lang="zh-CN" sz="105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1906365221"/>
                  </a:ext>
                </a:extLst>
              </a:tr>
            </a:tbl>
          </a:graphicData>
        </a:graphic>
      </p:graphicFrame>
    </p:spTree>
    <p:extLst>
      <p:ext uri="{BB962C8B-B14F-4D97-AF65-F5344CB8AC3E}">
        <p14:creationId xmlns:p14="http://schemas.microsoft.com/office/powerpoint/2010/main" val="420515081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afterEffect">
                                  <p:stCondLst>
                                    <p:cond delay="0"/>
                                  </p:stCondLst>
                                  <p:childTnLst>
                                    <p:set>
                                      <p:cBhvr>
                                        <p:cTn id="6" dur="1" fill="hold">
                                          <p:stCondLst>
                                            <p:cond delay="0"/>
                                          </p:stCondLst>
                                        </p:cTn>
                                        <p:tgtEl>
                                          <p:spTgt spid="81"/>
                                        </p:tgtEl>
                                        <p:attrNameLst>
                                          <p:attrName>style.visibility</p:attrName>
                                        </p:attrNameLst>
                                      </p:cBhvr>
                                      <p:to>
                                        <p:strVal val="visible"/>
                                      </p:to>
                                    </p:set>
                                    <p:animEffect transition="in" filter="wipe(right)">
                                      <p:cBhvr>
                                        <p:cTn id="7" dur="500"/>
                                        <p:tgtEl>
                                          <p:spTgt spid="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文本框 34">
            <a:extLst>
              <a:ext uri="{FF2B5EF4-FFF2-40B4-BE49-F238E27FC236}">
                <a16:creationId xmlns:a16="http://schemas.microsoft.com/office/drawing/2014/main" id="{0C025DF2-33BF-4666-A522-B44F2D4999E0}"/>
              </a:ext>
            </a:extLst>
          </p:cNvPr>
          <p:cNvSpPr txBox="1"/>
          <p:nvPr/>
        </p:nvSpPr>
        <p:spPr>
          <a:xfrm>
            <a:off x="698040" y="690937"/>
            <a:ext cx="10142776" cy="8730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defPPr>
              <a:defRPr lang="zh-CN"/>
            </a:defPPr>
            <a:lvl1pPr>
              <a:lnSpc>
                <a:spcPct val="120000"/>
              </a:lnSpc>
              <a:buFont typeface="Arial" charset="0"/>
              <a:buNone/>
              <a:defRPr sz="1400">
                <a:solidFill>
                  <a:schemeClr val="tx2">
                    <a:lumMod val="75000"/>
                  </a:schemeClr>
                </a:solidFill>
                <a:latin typeface="+mn-lt"/>
                <a:ea typeface="+mn-ea"/>
                <a:cs typeface="+mn-ea"/>
              </a:defRPr>
            </a:lvl1pPr>
            <a:lvl2pPr marL="742950" indent="-285750">
              <a:spcBef>
                <a:spcPct val="20000"/>
              </a:spcBef>
              <a:buFont typeface="Arial" charset="0"/>
              <a:buChar char="–"/>
              <a:defRPr sz="2800">
                <a:latin typeface="微软雅黑" pitchFamily="34" charset="-122"/>
                <a:ea typeface="微软雅黑" pitchFamily="34" charset="-122"/>
              </a:defRPr>
            </a:lvl2pPr>
            <a:lvl3pPr marL="1143000" indent="-228600">
              <a:spcBef>
                <a:spcPct val="20000"/>
              </a:spcBef>
              <a:buFont typeface="Arial" charset="0"/>
              <a:buChar char="•"/>
              <a:defRPr sz="2400">
                <a:latin typeface="微软雅黑" pitchFamily="34" charset="-122"/>
                <a:ea typeface="微软雅黑" pitchFamily="34" charset="-122"/>
              </a:defRPr>
            </a:lvl3pPr>
            <a:lvl4pPr marL="1600200" indent="-228600">
              <a:spcBef>
                <a:spcPct val="20000"/>
              </a:spcBef>
              <a:buFont typeface="Arial" charset="0"/>
              <a:buChar char="–"/>
              <a:defRPr sz="2000">
                <a:latin typeface="微软雅黑" pitchFamily="34" charset="-122"/>
                <a:ea typeface="微软雅黑" pitchFamily="34" charset="-122"/>
              </a:defRPr>
            </a:lvl4pPr>
            <a:lvl5pPr marL="2057400" indent="-228600">
              <a:spcBef>
                <a:spcPct val="20000"/>
              </a:spcBef>
              <a:buFont typeface="Arial" charset="0"/>
              <a:buChar char="»"/>
              <a:defRPr sz="2000">
                <a:latin typeface="微软雅黑" pitchFamily="34" charset="-122"/>
                <a:ea typeface="微软雅黑" pitchFamily="34" charset="-122"/>
              </a:defRPr>
            </a:lvl5pPr>
            <a:lvl6pPr marL="2514600" indent="-228600" eaLnBrk="0" fontAlgn="base" hangingPunct="0">
              <a:spcBef>
                <a:spcPct val="20000"/>
              </a:spcBef>
              <a:spcAft>
                <a:spcPct val="0"/>
              </a:spcAft>
              <a:buFont typeface="Arial" charset="0"/>
              <a:buChar char="»"/>
              <a:defRPr sz="2000">
                <a:latin typeface="微软雅黑" pitchFamily="34" charset="-122"/>
                <a:ea typeface="微软雅黑" pitchFamily="34" charset="-122"/>
              </a:defRPr>
            </a:lvl6pPr>
            <a:lvl7pPr marL="2971800" indent="-228600" eaLnBrk="0" fontAlgn="base" hangingPunct="0">
              <a:spcBef>
                <a:spcPct val="20000"/>
              </a:spcBef>
              <a:spcAft>
                <a:spcPct val="0"/>
              </a:spcAft>
              <a:buFont typeface="Arial" charset="0"/>
              <a:buChar char="»"/>
              <a:defRPr sz="2000">
                <a:latin typeface="微软雅黑" pitchFamily="34" charset="-122"/>
                <a:ea typeface="微软雅黑" pitchFamily="34" charset="-122"/>
              </a:defRPr>
            </a:lvl7pPr>
            <a:lvl8pPr marL="3429000" indent="-228600" eaLnBrk="0" fontAlgn="base" hangingPunct="0">
              <a:spcBef>
                <a:spcPct val="20000"/>
              </a:spcBef>
              <a:spcAft>
                <a:spcPct val="0"/>
              </a:spcAft>
              <a:buFont typeface="Arial" charset="0"/>
              <a:buChar char="»"/>
              <a:defRPr sz="2000">
                <a:latin typeface="微软雅黑" pitchFamily="34" charset="-122"/>
                <a:ea typeface="微软雅黑" pitchFamily="34" charset="-122"/>
              </a:defRPr>
            </a:lvl8pPr>
            <a:lvl9pPr marL="3886200" indent="-228600" eaLnBrk="0" fontAlgn="base" hangingPunct="0">
              <a:spcBef>
                <a:spcPct val="20000"/>
              </a:spcBef>
              <a:spcAft>
                <a:spcPct val="0"/>
              </a:spcAft>
              <a:buFont typeface="Arial" charset="0"/>
              <a:buChar char="»"/>
              <a:defRPr sz="2000">
                <a:latin typeface="微软雅黑" pitchFamily="34" charset="-122"/>
                <a:ea typeface="微软雅黑" pitchFamily="34" charset="-122"/>
              </a:defRPr>
            </a:lvl9pPr>
          </a:lstStyle>
          <a:p>
            <a:r>
              <a:rPr lang="en-US" altLang="zh-CN" sz="2400">
                <a:solidFill>
                  <a:srgbClr val="314865"/>
                </a:solidFill>
                <a:latin typeface="Arial"/>
                <a:sym typeface="Arial"/>
              </a:rPr>
              <a:t>2.</a:t>
            </a:r>
            <a:r>
              <a:rPr lang="zh-CN" altLang="en-US" sz="2400">
                <a:solidFill>
                  <a:srgbClr val="314865"/>
                </a:solidFill>
                <a:latin typeface="Arial"/>
                <a:sym typeface="Arial"/>
              </a:rPr>
              <a:t>管理员信息表</a:t>
            </a:r>
            <a:endParaRPr lang="en-US" altLang="zh-CN" sz="2400">
              <a:solidFill>
                <a:srgbClr val="314865"/>
              </a:solidFill>
              <a:latin typeface="Arial"/>
              <a:sym typeface="Arial"/>
            </a:endParaRPr>
          </a:p>
          <a:p>
            <a:r>
              <a:rPr lang="zh-CN" altLang="en-US" sz="2000">
                <a:solidFill>
                  <a:srgbClr val="314865"/>
                </a:solidFill>
                <a:latin typeface="Arial"/>
                <a:sym typeface="Arial"/>
              </a:rPr>
              <a:t>管理员信息表主要存放的是管理员的账户信息。</a:t>
            </a:r>
            <a:endParaRPr lang="en-US" altLang="zh-CN" sz="2000" dirty="0">
              <a:solidFill>
                <a:srgbClr val="314865"/>
              </a:solidFill>
              <a:latin typeface="Arial"/>
              <a:sym typeface="Arial"/>
            </a:endParaRPr>
          </a:p>
        </p:txBody>
      </p:sp>
      <p:grpSp>
        <p:nvGrpSpPr>
          <p:cNvPr id="42" name="组合 41">
            <a:extLst>
              <a:ext uri="{FF2B5EF4-FFF2-40B4-BE49-F238E27FC236}">
                <a16:creationId xmlns:a16="http://schemas.microsoft.com/office/drawing/2014/main" id="{1ABEDB34-8D7D-4F95-B061-3F80AAFBFA77}"/>
              </a:ext>
            </a:extLst>
          </p:cNvPr>
          <p:cNvGrpSpPr/>
          <p:nvPr/>
        </p:nvGrpSpPr>
        <p:grpSpPr>
          <a:xfrm>
            <a:off x="164616" y="178180"/>
            <a:ext cx="2804616" cy="368580"/>
            <a:chOff x="164616" y="178180"/>
            <a:chExt cx="2804616" cy="368580"/>
          </a:xfrm>
        </p:grpSpPr>
        <p:cxnSp>
          <p:nvCxnSpPr>
            <p:cNvPr id="43" name="直接连接符 42">
              <a:extLst>
                <a:ext uri="{FF2B5EF4-FFF2-40B4-BE49-F238E27FC236}">
                  <a16:creationId xmlns:a16="http://schemas.microsoft.com/office/drawing/2014/main" id="{47AFA606-6701-49F4-A8BE-35A4D8A4DE05}"/>
                </a:ext>
              </a:extLst>
            </p:cNvPr>
            <p:cNvCxnSpPr>
              <a:cxnSpLocks/>
            </p:cNvCxnSpPr>
            <p:nvPr/>
          </p:nvCxnSpPr>
          <p:spPr>
            <a:xfrm flipV="1">
              <a:off x="164616" y="535956"/>
              <a:ext cx="2804616" cy="10804"/>
            </a:xfrm>
            <a:prstGeom prst="line">
              <a:avLst/>
            </a:prstGeom>
            <a:ln>
              <a:solidFill>
                <a:srgbClr val="314865"/>
              </a:solidFill>
            </a:ln>
          </p:spPr>
          <p:style>
            <a:lnRef idx="1">
              <a:schemeClr val="accent1"/>
            </a:lnRef>
            <a:fillRef idx="0">
              <a:schemeClr val="accent1"/>
            </a:fillRef>
            <a:effectRef idx="0">
              <a:schemeClr val="accent1"/>
            </a:effectRef>
            <a:fontRef idx="minor">
              <a:schemeClr val="tx1"/>
            </a:fontRef>
          </p:style>
        </p:cxnSp>
        <p:sp>
          <p:nvSpPr>
            <p:cNvPr id="44" name="文本框 43">
              <a:extLst>
                <a:ext uri="{FF2B5EF4-FFF2-40B4-BE49-F238E27FC236}">
                  <a16:creationId xmlns:a16="http://schemas.microsoft.com/office/drawing/2014/main" id="{92997A45-AA42-4E5B-8211-228C466B9130}"/>
                </a:ext>
              </a:extLst>
            </p:cNvPr>
            <p:cNvSpPr txBox="1"/>
            <p:nvPr/>
          </p:nvSpPr>
          <p:spPr>
            <a:xfrm>
              <a:off x="534486" y="178180"/>
              <a:ext cx="2434746" cy="338554"/>
            </a:xfrm>
            <a:prstGeom prst="rect">
              <a:avLst/>
            </a:prstGeom>
            <a:noFill/>
          </p:spPr>
          <p:txBody>
            <a:bodyPr wrap="square" rtlCol="0">
              <a:spAutoFit/>
            </a:bodyPr>
            <a:lstStyle/>
            <a:p>
              <a:pPr algn="ctr">
                <a:spcBef>
                  <a:spcPct val="20000"/>
                </a:spcBef>
                <a:buClr>
                  <a:schemeClr val="hlink"/>
                </a:buClr>
                <a:buSzPct val="65000"/>
              </a:pPr>
              <a:r>
                <a:rPr lang="zh-CN" altLang="en-US" sz="1600" b="1">
                  <a:solidFill>
                    <a:srgbClr val="314865"/>
                  </a:solidFill>
                  <a:effectLst>
                    <a:innerShdw blurRad="63500" dist="50800" dir="13500000">
                      <a:prstClr val="black">
                        <a:alpha val="50000"/>
                      </a:prstClr>
                    </a:innerShdw>
                  </a:effectLst>
                  <a:latin typeface="Arial"/>
                  <a:ea typeface="微软雅黑"/>
                  <a:sym typeface="Arial"/>
                </a:rPr>
                <a:t>数据库表设计</a:t>
              </a:r>
              <a:endParaRPr lang="zh-CN" altLang="en-US" sz="1600" b="1" dirty="0">
                <a:solidFill>
                  <a:srgbClr val="314865"/>
                </a:solidFill>
                <a:effectLst>
                  <a:innerShdw blurRad="63500" dist="50800" dir="13500000">
                    <a:prstClr val="black">
                      <a:alpha val="50000"/>
                    </a:prstClr>
                  </a:innerShdw>
                </a:effectLst>
                <a:latin typeface="Arial"/>
                <a:ea typeface="微软雅黑"/>
                <a:sym typeface="Arial"/>
              </a:endParaRPr>
            </a:p>
          </p:txBody>
        </p:sp>
        <p:sp>
          <p:nvSpPr>
            <p:cNvPr id="45" name="矩形 44">
              <a:extLst>
                <a:ext uri="{FF2B5EF4-FFF2-40B4-BE49-F238E27FC236}">
                  <a16:creationId xmlns:a16="http://schemas.microsoft.com/office/drawing/2014/main" id="{C0ED3065-FF93-46E7-A78C-AF340786F025}"/>
                </a:ext>
              </a:extLst>
            </p:cNvPr>
            <p:cNvSpPr/>
            <p:nvPr/>
          </p:nvSpPr>
          <p:spPr>
            <a:xfrm>
              <a:off x="164616" y="178180"/>
              <a:ext cx="47829" cy="284416"/>
            </a:xfrm>
            <a:prstGeom prst="rect">
              <a:avLst/>
            </a:prstGeom>
            <a:solidFill>
              <a:srgbClr val="314865"/>
            </a:solidFill>
            <a:ln>
              <a:solidFill>
                <a:srgbClr val="3148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
          <p:nvSpPr>
            <p:cNvPr id="46" name="矩形 45">
              <a:extLst>
                <a:ext uri="{FF2B5EF4-FFF2-40B4-BE49-F238E27FC236}">
                  <a16:creationId xmlns:a16="http://schemas.microsoft.com/office/drawing/2014/main" id="{4F33D129-DCE0-421A-968D-70DD06CEAA65}"/>
                </a:ext>
              </a:extLst>
            </p:cNvPr>
            <p:cNvSpPr/>
            <p:nvPr/>
          </p:nvSpPr>
          <p:spPr>
            <a:xfrm>
              <a:off x="275779" y="252586"/>
              <a:ext cx="47828" cy="210010"/>
            </a:xfrm>
            <a:prstGeom prst="rect">
              <a:avLst/>
            </a:prstGeom>
            <a:solidFill>
              <a:srgbClr val="314865"/>
            </a:solidFill>
            <a:ln>
              <a:solidFill>
                <a:srgbClr val="3148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
          <p:nvSpPr>
            <p:cNvPr id="47" name="矩形 46">
              <a:extLst>
                <a:ext uri="{FF2B5EF4-FFF2-40B4-BE49-F238E27FC236}">
                  <a16:creationId xmlns:a16="http://schemas.microsoft.com/office/drawing/2014/main" id="{8B667072-A78C-44AC-80E8-23E10E8E3B9D}"/>
                </a:ext>
              </a:extLst>
            </p:cNvPr>
            <p:cNvSpPr/>
            <p:nvPr/>
          </p:nvSpPr>
          <p:spPr>
            <a:xfrm flipH="1">
              <a:off x="377808" y="320388"/>
              <a:ext cx="47827" cy="142208"/>
            </a:xfrm>
            <a:prstGeom prst="rect">
              <a:avLst/>
            </a:prstGeom>
            <a:solidFill>
              <a:srgbClr val="314865"/>
            </a:solidFill>
            <a:ln>
              <a:solidFill>
                <a:srgbClr val="3148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grpSp>
      <p:graphicFrame>
        <p:nvGraphicFramePr>
          <p:cNvPr id="3" name="表格 2">
            <a:extLst>
              <a:ext uri="{FF2B5EF4-FFF2-40B4-BE49-F238E27FC236}">
                <a16:creationId xmlns:a16="http://schemas.microsoft.com/office/drawing/2014/main" id="{D4F8E1DE-C8DA-A3E7-26F8-736A498220F2}"/>
              </a:ext>
            </a:extLst>
          </p:cNvPr>
          <p:cNvGraphicFramePr>
            <a:graphicFrameLocks noGrp="1"/>
          </p:cNvGraphicFramePr>
          <p:nvPr>
            <p:extLst>
              <p:ext uri="{D42A27DB-BD31-4B8C-83A1-F6EECF244321}">
                <p14:modId xmlns:p14="http://schemas.microsoft.com/office/powerpoint/2010/main" val="38329102"/>
              </p:ext>
            </p:extLst>
          </p:nvPr>
        </p:nvGraphicFramePr>
        <p:xfrm>
          <a:off x="3272071" y="1738191"/>
          <a:ext cx="5647857" cy="4107256"/>
        </p:xfrm>
        <a:graphic>
          <a:graphicData uri="http://schemas.openxmlformats.org/drawingml/2006/table">
            <a:tbl>
              <a:tblPr firstRow="1" firstCol="1" bandRow="1">
                <a:tableStyleId>{5C22544A-7EE6-4342-B048-85BDC9FD1C3A}</a:tableStyleId>
              </a:tblPr>
              <a:tblGrid>
                <a:gridCol w="901700">
                  <a:extLst>
                    <a:ext uri="{9D8B030D-6E8A-4147-A177-3AD203B41FA5}">
                      <a16:colId xmlns:a16="http://schemas.microsoft.com/office/drawing/2014/main" val="3800278372"/>
                    </a:ext>
                  </a:extLst>
                </a:gridCol>
                <a:gridCol w="1646822">
                  <a:extLst>
                    <a:ext uri="{9D8B030D-6E8A-4147-A177-3AD203B41FA5}">
                      <a16:colId xmlns:a16="http://schemas.microsoft.com/office/drawing/2014/main" val="3174852038"/>
                    </a:ext>
                  </a:extLst>
                </a:gridCol>
                <a:gridCol w="837398">
                  <a:extLst>
                    <a:ext uri="{9D8B030D-6E8A-4147-A177-3AD203B41FA5}">
                      <a16:colId xmlns:a16="http://schemas.microsoft.com/office/drawing/2014/main" val="3173840610"/>
                    </a:ext>
                  </a:extLst>
                </a:gridCol>
                <a:gridCol w="500514">
                  <a:extLst>
                    <a:ext uri="{9D8B030D-6E8A-4147-A177-3AD203B41FA5}">
                      <a16:colId xmlns:a16="http://schemas.microsoft.com/office/drawing/2014/main" val="999167196"/>
                    </a:ext>
                  </a:extLst>
                </a:gridCol>
                <a:gridCol w="1001027">
                  <a:extLst>
                    <a:ext uri="{9D8B030D-6E8A-4147-A177-3AD203B41FA5}">
                      <a16:colId xmlns:a16="http://schemas.microsoft.com/office/drawing/2014/main" val="3281446324"/>
                    </a:ext>
                  </a:extLst>
                </a:gridCol>
                <a:gridCol w="760396">
                  <a:extLst>
                    <a:ext uri="{9D8B030D-6E8A-4147-A177-3AD203B41FA5}">
                      <a16:colId xmlns:a16="http://schemas.microsoft.com/office/drawing/2014/main" val="2781951876"/>
                    </a:ext>
                  </a:extLst>
                </a:gridCol>
              </a:tblGrid>
              <a:tr h="406084">
                <a:tc>
                  <a:txBody>
                    <a:bodyPr/>
                    <a:lstStyle/>
                    <a:p>
                      <a:pPr algn="ctr">
                        <a:lnSpc>
                          <a:spcPct val="150000"/>
                        </a:lnSpc>
                      </a:pPr>
                      <a:r>
                        <a:rPr lang="zh-CN" sz="1050" kern="100">
                          <a:effectLst/>
                        </a:rPr>
                        <a:t>名称</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zh-CN" sz="1050" kern="100">
                          <a:effectLst/>
                        </a:rPr>
                        <a:t>字段</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zh-CN" sz="1050" kern="100">
                          <a:effectLst/>
                        </a:rPr>
                        <a:t>类型</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zh-CN" sz="1050" kern="100">
                          <a:effectLst/>
                        </a:rPr>
                        <a:t>长度</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zh-CN" sz="1050" kern="100">
                          <a:effectLst/>
                        </a:rPr>
                        <a:t>是否为空</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zh-CN" sz="1050" kern="100">
                          <a:effectLst/>
                        </a:rPr>
                        <a:t>备注</a:t>
                      </a:r>
                      <a:endParaRPr lang="zh-CN" sz="105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2625610282"/>
                  </a:ext>
                </a:extLst>
              </a:tr>
              <a:tr h="406084">
                <a:tc>
                  <a:txBody>
                    <a:bodyPr/>
                    <a:lstStyle/>
                    <a:p>
                      <a:pPr algn="ctr">
                        <a:lnSpc>
                          <a:spcPct val="150000"/>
                        </a:lnSpc>
                      </a:pPr>
                      <a:r>
                        <a:rPr lang="zh-CN" sz="1050" kern="100">
                          <a:effectLst/>
                        </a:rPr>
                        <a:t>管理员</a:t>
                      </a:r>
                      <a:r>
                        <a:rPr lang="en-US" sz="1050" kern="100">
                          <a:effectLst/>
                        </a:rPr>
                        <a:t> ID</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admin_id</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int</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 </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NO</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zh-CN" sz="1050" kern="100">
                          <a:effectLst/>
                        </a:rPr>
                        <a:t>主键</a:t>
                      </a:r>
                      <a:endParaRPr lang="zh-CN" sz="105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4148421894"/>
                  </a:ext>
                </a:extLst>
              </a:tr>
              <a:tr h="698126">
                <a:tc>
                  <a:txBody>
                    <a:bodyPr/>
                    <a:lstStyle/>
                    <a:p>
                      <a:pPr algn="ctr">
                        <a:lnSpc>
                          <a:spcPct val="150000"/>
                        </a:lnSpc>
                      </a:pPr>
                      <a:r>
                        <a:rPr lang="zh-CN" sz="1050" kern="100">
                          <a:effectLst/>
                        </a:rPr>
                        <a:t>用户名</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admin_name</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varchar</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25</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NO</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 </a:t>
                      </a:r>
                      <a:endParaRPr lang="zh-CN" sz="105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1261124089"/>
                  </a:ext>
                </a:extLst>
              </a:tr>
              <a:tr h="865654">
                <a:tc>
                  <a:txBody>
                    <a:bodyPr/>
                    <a:lstStyle/>
                    <a:p>
                      <a:pPr algn="ctr">
                        <a:lnSpc>
                          <a:spcPct val="150000"/>
                        </a:lnSpc>
                      </a:pPr>
                      <a:r>
                        <a:rPr lang="zh-CN" sz="1050" kern="100">
                          <a:effectLst/>
                        </a:rPr>
                        <a:t>昵称</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admin_nickname</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varchar</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50</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NO</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 </a:t>
                      </a:r>
                      <a:endParaRPr lang="zh-CN" sz="105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1099544545"/>
                  </a:ext>
                </a:extLst>
              </a:tr>
              <a:tr h="865654">
                <a:tc>
                  <a:txBody>
                    <a:bodyPr/>
                    <a:lstStyle/>
                    <a:p>
                      <a:pPr algn="ctr">
                        <a:lnSpc>
                          <a:spcPct val="150000"/>
                        </a:lnSpc>
                      </a:pPr>
                      <a:r>
                        <a:rPr lang="zh-CN" sz="1050" kern="100">
                          <a:effectLst/>
                        </a:rPr>
                        <a:t>密码</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admin_password</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varchar</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50</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NO</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 </a:t>
                      </a:r>
                      <a:endParaRPr lang="zh-CN" sz="105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2820812840"/>
                  </a:ext>
                </a:extLst>
              </a:tr>
              <a:tr h="865654">
                <a:tc>
                  <a:txBody>
                    <a:bodyPr/>
                    <a:lstStyle/>
                    <a:p>
                      <a:pPr algn="ctr">
                        <a:lnSpc>
                          <a:spcPct val="150000"/>
                        </a:lnSpc>
                      </a:pPr>
                      <a:r>
                        <a:rPr lang="zh-CN" sz="1050" kern="100">
                          <a:effectLst/>
                        </a:rPr>
                        <a:t>图片路径</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admin_profile_picture_src</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varchar</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255</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YES</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 </a:t>
                      </a:r>
                      <a:endParaRPr lang="zh-CN" sz="105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2647599934"/>
                  </a:ext>
                </a:extLst>
              </a:tr>
            </a:tbl>
          </a:graphicData>
        </a:graphic>
      </p:graphicFrame>
    </p:spTree>
    <p:extLst>
      <p:ext uri="{BB962C8B-B14F-4D97-AF65-F5344CB8AC3E}">
        <p14:creationId xmlns:p14="http://schemas.microsoft.com/office/powerpoint/2010/main" val="308400934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afterEffect">
                                  <p:stCondLst>
                                    <p:cond delay="0"/>
                                  </p:stCondLst>
                                  <p:childTnLst>
                                    <p:set>
                                      <p:cBhvr>
                                        <p:cTn id="6" dur="1" fill="hold">
                                          <p:stCondLst>
                                            <p:cond delay="0"/>
                                          </p:stCondLst>
                                        </p:cTn>
                                        <p:tgtEl>
                                          <p:spTgt spid="81"/>
                                        </p:tgtEl>
                                        <p:attrNameLst>
                                          <p:attrName>style.visibility</p:attrName>
                                        </p:attrNameLst>
                                      </p:cBhvr>
                                      <p:to>
                                        <p:strVal val="visible"/>
                                      </p:to>
                                    </p:set>
                                    <p:animEffect transition="in" filter="wipe(right)">
                                      <p:cBhvr>
                                        <p:cTn id="7" dur="500"/>
                                        <p:tgtEl>
                                          <p:spTgt spid="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文本框 34">
            <a:extLst>
              <a:ext uri="{FF2B5EF4-FFF2-40B4-BE49-F238E27FC236}">
                <a16:creationId xmlns:a16="http://schemas.microsoft.com/office/drawing/2014/main" id="{0C025DF2-33BF-4666-A522-B44F2D4999E0}"/>
              </a:ext>
            </a:extLst>
          </p:cNvPr>
          <p:cNvSpPr txBox="1"/>
          <p:nvPr/>
        </p:nvSpPr>
        <p:spPr>
          <a:xfrm>
            <a:off x="698040" y="690937"/>
            <a:ext cx="10142776" cy="8730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defPPr>
              <a:defRPr lang="zh-CN"/>
            </a:defPPr>
            <a:lvl1pPr>
              <a:lnSpc>
                <a:spcPct val="120000"/>
              </a:lnSpc>
              <a:buFont typeface="Arial" charset="0"/>
              <a:buNone/>
              <a:defRPr sz="1400">
                <a:solidFill>
                  <a:schemeClr val="tx2">
                    <a:lumMod val="75000"/>
                  </a:schemeClr>
                </a:solidFill>
                <a:latin typeface="+mn-lt"/>
                <a:ea typeface="+mn-ea"/>
                <a:cs typeface="+mn-ea"/>
              </a:defRPr>
            </a:lvl1pPr>
            <a:lvl2pPr marL="742950" indent="-285750">
              <a:spcBef>
                <a:spcPct val="20000"/>
              </a:spcBef>
              <a:buFont typeface="Arial" charset="0"/>
              <a:buChar char="–"/>
              <a:defRPr sz="2800">
                <a:latin typeface="微软雅黑" pitchFamily="34" charset="-122"/>
                <a:ea typeface="微软雅黑" pitchFamily="34" charset="-122"/>
              </a:defRPr>
            </a:lvl2pPr>
            <a:lvl3pPr marL="1143000" indent="-228600">
              <a:spcBef>
                <a:spcPct val="20000"/>
              </a:spcBef>
              <a:buFont typeface="Arial" charset="0"/>
              <a:buChar char="•"/>
              <a:defRPr sz="2400">
                <a:latin typeface="微软雅黑" pitchFamily="34" charset="-122"/>
                <a:ea typeface="微软雅黑" pitchFamily="34" charset="-122"/>
              </a:defRPr>
            </a:lvl3pPr>
            <a:lvl4pPr marL="1600200" indent="-228600">
              <a:spcBef>
                <a:spcPct val="20000"/>
              </a:spcBef>
              <a:buFont typeface="Arial" charset="0"/>
              <a:buChar char="–"/>
              <a:defRPr sz="2000">
                <a:latin typeface="微软雅黑" pitchFamily="34" charset="-122"/>
                <a:ea typeface="微软雅黑" pitchFamily="34" charset="-122"/>
              </a:defRPr>
            </a:lvl4pPr>
            <a:lvl5pPr marL="2057400" indent="-228600">
              <a:spcBef>
                <a:spcPct val="20000"/>
              </a:spcBef>
              <a:buFont typeface="Arial" charset="0"/>
              <a:buChar char="»"/>
              <a:defRPr sz="2000">
                <a:latin typeface="微软雅黑" pitchFamily="34" charset="-122"/>
                <a:ea typeface="微软雅黑" pitchFamily="34" charset="-122"/>
              </a:defRPr>
            </a:lvl5pPr>
            <a:lvl6pPr marL="2514600" indent="-228600" eaLnBrk="0" fontAlgn="base" hangingPunct="0">
              <a:spcBef>
                <a:spcPct val="20000"/>
              </a:spcBef>
              <a:spcAft>
                <a:spcPct val="0"/>
              </a:spcAft>
              <a:buFont typeface="Arial" charset="0"/>
              <a:buChar char="»"/>
              <a:defRPr sz="2000">
                <a:latin typeface="微软雅黑" pitchFamily="34" charset="-122"/>
                <a:ea typeface="微软雅黑" pitchFamily="34" charset="-122"/>
              </a:defRPr>
            </a:lvl6pPr>
            <a:lvl7pPr marL="2971800" indent="-228600" eaLnBrk="0" fontAlgn="base" hangingPunct="0">
              <a:spcBef>
                <a:spcPct val="20000"/>
              </a:spcBef>
              <a:spcAft>
                <a:spcPct val="0"/>
              </a:spcAft>
              <a:buFont typeface="Arial" charset="0"/>
              <a:buChar char="»"/>
              <a:defRPr sz="2000">
                <a:latin typeface="微软雅黑" pitchFamily="34" charset="-122"/>
                <a:ea typeface="微软雅黑" pitchFamily="34" charset="-122"/>
              </a:defRPr>
            </a:lvl7pPr>
            <a:lvl8pPr marL="3429000" indent="-228600" eaLnBrk="0" fontAlgn="base" hangingPunct="0">
              <a:spcBef>
                <a:spcPct val="20000"/>
              </a:spcBef>
              <a:spcAft>
                <a:spcPct val="0"/>
              </a:spcAft>
              <a:buFont typeface="Arial" charset="0"/>
              <a:buChar char="»"/>
              <a:defRPr sz="2000">
                <a:latin typeface="微软雅黑" pitchFamily="34" charset="-122"/>
                <a:ea typeface="微软雅黑" pitchFamily="34" charset="-122"/>
              </a:defRPr>
            </a:lvl8pPr>
            <a:lvl9pPr marL="3886200" indent="-228600" eaLnBrk="0" fontAlgn="base" hangingPunct="0">
              <a:spcBef>
                <a:spcPct val="20000"/>
              </a:spcBef>
              <a:spcAft>
                <a:spcPct val="0"/>
              </a:spcAft>
              <a:buFont typeface="Arial" charset="0"/>
              <a:buChar char="»"/>
              <a:defRPr sz="2000">
                <a:latin typeface="微软雅黑" pitchFamily="34" charset="-122"/>
                <a:ea typeface="微软雅黑" pitchFamily="34" charset="-122"/>
              </a:defRPr>
            </a:lvl9pPr>
          </a:lstStyle>
          <a:p>
            <a:r>
              <a:rPr lang="en-US" altLang="zh-CN" sz="2400">
                <a:solidFill>
                  <a:srgbClr val="314865"/>
                </a:solidFill>
                <a:latin typeface="Arial"/>
                <a:sym typeface="Arial"/>
              </a:rPr>
              <a:t>3.</a:t>
            </a:r>
            <a:r>
              <a:rPr lang="zh-CN" altLang="en-US" sz="2400">
                <a:solidFill>
                  <a:srgbClr val="314865"/>
                </a:solidFill>
                <a:latin typeface="Arial"/>
                <a:sym typeface="Arial"/>
              </a:rPr>
              <a:t>产品信息表</a:t>
            </a:r>
            <a:endParaRPr lang="en-US" altLang="zh-CN" sz="2400">
              <a:solidFill>
                <a:srgbClr val="314865"/>
              </a:solidFill>
              <a:latin typeface="Arial"/>
              <a:sym typeface="Arial"/>
            </a:endParaRPr>
          </a:p>
          <a:p>
            <a:r>
              <a:rPr lang="zh-CN" altLang="en-US" sz="2000">
                <a:solidFill>
                  <a:srgbClr val="314865"/>
                </a:solidFill>
                <a:latin typeface="Arial"/>
                <a:sym typeface="Arial"/>
              </a:rPr>
              <a:t>产品信息表主要存放的是产品的信息。</a:t>
            </a:r>
            <a:endParaRPr lang="en-US" altLang="zh-CN" sz="2000" dirty="0">
              <a:solidFill>
                <a:srgbClr val="314865"/>
              </a:solidFill>
              <a:latin typeface="Arial"/>
              <a:sym typeface="Arial"/>
            </a:endParaRPr>
          </a:p>
        </p:txBody>
      </p:sp>
      <p:grpSp>
        <p:nvGrpSpPr>
          <p:cNvPr id="42" name="组合 41">
            <a:extLst>
              <a:ext uri="{FF2B5EF4-FFF2-40B4-BE49-F238E27FC236}">
                <a16:creationId xmlns:a16="http://schemas.microsoft.com/office/drawing/2014/main" id="{1ABEDB34-8D7D-4F95-B061-3F80AAFBFA77}"/>
              </a:ext>
            </a:extLst>
          </p:cNvPr>
          <p:cNvGrpSpPr/>
          <p:nvPr/>
        </p:nvGrpSpPr>
        <p:grpSpPr>
          <a:xfrm>
            <a:off x="164616" y="178180"/>
            <a:ext cx="2804616" cy="368580"/>
            <a:chOff x="164616" y="178180"/>
            <a:chExt cx="2804616" cy="368580"/>
          </a:xfrm>
        </p:grpSpPr>
        <p:cxnSp>
          <p:nvCxnSpPr>
            <p:cNvPr id="43" name="直接连接符 42">
              <a:extLst>
                <a:ext uri="{FF2B5EF4-FFF2-40B4-BE49-F238E27FC236}">
                  <a16:creationId xmlns:a16="http://schemas.microsoft.com/office/drawing/2014/main" id="{47AFA606-6701-49F4-A8BE-35A4D8A4DE05}"/>
                </a:ext>
              </a:extLst>
            </p:cNvPr>
            <p:cNvCxnSpPr>
              <a:cxnSpLocks/>
            </p:cNvCxnSpPr>
            <p:nvPr/>
          </p:nvCxnSpPr>
          <p:spPr>
            <a:xfrm flipV="1">
              <a:off x="164616" y="535956"/>
              <a:ext cx="2804616" cy="10804"/>
            </a:xfrm>
            <a:prstGeom prst="line">
              <a:avLst/>
            </a:prstGeom>
            <a:ln>
              <a:solidFill>
                <a:srgbClr val="314865"/>
              </a:solidFill>
            </a:ln>
          </p:spPr>
          <p:style>
            <a:lnRef idx="1">
              <a:schemeClr val="accent1"/>
            </a:lnRef>
            <a:fillRef idx="0">
              <a:schemeClr val="accent1"/>
            </a:fillRef>
            <a:effectRef idx="0">
              <a:schemeClr val="accent1"/>
            </a:effectRef>
            <a:fontRef idx="minor">
              <a:schemeClr val="tx1"/>
            </a:fontRef>
          </p:style>
        </p:cxnSp>
        <p:sp>
          <p:nvSpPr>
            <p:cNvPr id="44" name="文本框 43">
              <a:extLst>
                <a:ext uri="{FF2B5EF4-FFF2-40B4-BE49-F238E27FC236}">
                  <a16:creationId xmlns:a16="http://schemas.microsoft.com/office/drawing/2014/main" id="{92997A45-AA42-4E5B-8211-228C466B9130}"/>
                </a:ext>
              </a:extLst>
            </p:cNvPr>
            <p:cNvSpPr txBox="1"/>
            <p:nvPr/>
          </p:nvSpPr>
          <p:spPr>
            <a:xfrm>
              <a:off x="534486" y="178180"/>
              <a:ext cx="2434746" cy="338554"/>
            </a:xfrm>
            <a:prstGeom prst="rect">
              <a:avLst/>
            </a:prstGeom>
            <a:noFill/>
          </p:spPr>
          <p:txBody>
            <a:bodyPr wrap="square" rtlCol="0">
              <a:spAutoFit/>
            </a:bodyPr>
            <a:lstStyle/>
            <a:p>
              <a:pPr algn="ctr">
                <a:spcBef>
                  <a:spcPct val="20000"/>
                </a:spcBef>
                <a:buClr>
                  <a:schemeClr val="hlink"/>
                </a:buClr>
                <a:buSzPct val="65000"/>
              </a:pPr>
              <a:r>
                <a:rPr lang="zh-CN" altLang="en-US" sz="1600" b="1">
                  <a:solidFill>
                    <a:srgbClr val="314865"/>
                  </a:solidFill>
                  <a:effectLst>
                    <a:innerShdw blurRad="63500" dist="50800" dir="13500000">
                      <a:prstClr val="black">
                        <a:alpha val="50000"/>
                      </a:prstClr>
                    </a:innerShdw>
                  </a:effectLst>
                  <a:latin typeface="Arial"/>
                  <a:ea typeface="微软雅黑"/>
                  <a:sym typeface="Arial"/>
                </a:rPr>
                <a:t>数据库表设计</a:t>
              </a:r>
              <a:endParaRPr lang="zh-CN" altLang="en-US" sz="1600" b="1" dirty="0">
                <a:solidFill>
                  <a:srgbClr val="314865"/>
                </a:solidFill>
                <a:effectLst>
                  <a:innerShdw blurRad="63500" dist="50800" dir="13500000">
                    <a:prstClr val="black">
                      <a:alpha val="50000"/>
                    </a:prstClr>
                  </a:innerShdw>
                </a:effectLst>
                <a:latin typeface="Arial"/>
                <a:ea typeface="微软雅黑"/>
                <a:sym typeface="Arial"/>
              </a:endParaRPr>
            </a:p>
          </p:txBody>
        </p:sp>
        <p:sp>
          <p:nvSpPr>
            <p:cNvPr id="45" name="矩形 44">
              <a:extLst>
                <a:ext uri="{FF2B5EF4-FFF2-40B4-BE49-F238E27FC236}">
                  <a16:creationId xmlns:a16="http://schemas.microsoft.com/office/drawing/2014/main" id="{C0ED3065-FF93-46E7-A78C-AF340786F025}"/>
                </a:ext>
              </a:extLst>
            </p:cNvPr>
            <p:cNvSpPr/>
            <p:nvPr/>
          </p:nvSpPr>
          <p:spPr>
            <a:xfrm>
              <a:off x="164616" y="178180"/>
              <a:ext cx="47829" cy="284416"/>
            </a:xfrm>
            <a:prstGeom prst="rect">
              <a:avLst/>
            </a:prstGeom>
            <a:solidFill>
              <a:srgbClr val="314865"/>
            </a:solidFill>
            <a:ln>
              <a:solidFill>
                <a:srgbClr val="3148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
          <p:nvSpPr>
            <p:cNvPr id="46" name="矩形 45">
              <a:extLst>
                <a:ext uri="{FF2B5EF4-FFF2-40B4-BE49-F238E27FC236}">
                  <a16:creationId xmlns:a16="http://schemas.microsoft.com/office/drawing/2014/main" id="{4F33D129-DCE0-421A-968D-70DD06CEAA65}"/>
                </a:ext>
              </a:extLst>
            </p:cNvPr>
            <p:cNvSpPr/>
            <p:nvPr/>
          </p:nvSpPr>
          <p:spPr>
            <a:xfrm>
              <a:off x="275779" y="252586"/>
              <a:ext cx="47828" cy="210010"/>
            </a:xfrm>
            <a:prstGeom prst="rect">
              <a:avLst/>
            </a:prstGeom>
            <a:solidFill>
              <a:srgbClr val="314865"/>
            </a:solidFill>
            <a:ln>
              <a:solidFill>
                <a:srgbClr val="3148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
          <p:nvSpPr>
            <p:cNvPr id="47" name="矩形 46">
              <a:extLst>
                <a:ext uri="{FF2B5EF4-FFF2-40B4-BE49-F238E27FC236}">
                  <a16:creationId xmlns:a16="http://schemas.microsoft.com/office/drawing/2014/main" id="{8B667072-A78C-44AC-80E8-23E10E8E3B9D}"/>
                </a:ext>
              </a:extLst>
            </p:cNvPr>
            <p:cNvSpPr/>
            <p:nvPr/>
          </p:nvSpPr>
          <p:spPr>
            <a:xfrm flipH="1">
              <a:off x="377808" y="320388"/>
              <a:ext cx="47827" cy="142208"/>
            </a:xfrm>
            <a:prstGeom prst="rect">
              <a:avLst/>
            </a:prstGeom>
            <a:solidFill>
              <a:srgbClr val="314865"/>
            </a:solidFill>
            <a:ln>
              <a:solidFill>
                <a:srgbClr val="3148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grpSp>
      <p:graphicFrame>
        <p:nvGraphicFramePr>
          <p:cNvPr id="3" name="表格 2">
            <a:extLst>
              <a:ext uri="{FF2B5EF4-FFF2-40B4-BE49-F238E27FC236}">
                <a16:creationId xmlns:a16="http://schemas.microsoft.com/office/drawing/2014/main" id="{5E250D63-387E-F8D6-38DB-408F60F9C7A1}"/>
              </a:ext>
            </a:extLst>
          </p:cNvPr>
          <p:cNvGraphicFramePr>
            <a:graphicFrameLocks noGrp="1"/>
          </p:cNvGraphicFramePr>
          <p:nvPr>
            <p:extLst>
              <p:ext uri="{D42A27DB-BD31-4B8C-83A1-F6EECF244321}">
                <p14:modId xmlns:p14="http://schemas.microsoft.com/office/powerpoint/2010/main" val="3826982511"/>
              </p:ext>
            </p:extLst>
          </p:nvPr>
        </p:nvGraphicFramePr>
        <p:xfrm>
          <a:off x="2920958" y="1708165"/>
          <a:ext cx="6350084" cy="4563424"/>
        </p:xfrm>
        <a:graphic>
          <a:graphicData uri="http://schemas.openxmlformats.org/drawingml/2006/table">
            <a:tbl>
              <a:tblPr firstRow="1" firstCol="1" bandRow="1">
                <a:tableStyleId>{5C22544A-7EE6-4342-B048-85BDC9FD1C3A}</a:tableStyleId>
              </a:tblPr>
              <a:tblGrid>
                <a:gridCol w="1058099">
                  <a:extLst>
                    <a:ext uri="{9D8B030D-6E8A-4147-A177-3AD203B41FA5}">
                      <a16:colId xmlns:a16="http://schemas.microsoft.com/office/drawing/2014/main" val="975583690"/>
                    </a:ext>
                  </a:extLst>
                </a:gridCol>
                <a:gridCol w="1478467">
                  <a:extLst>
                    <a:ext uri="{9D8B030D-6E8A-4147-A177-3AD203B41FA5}">
                      <a16:colId xmlns:a16="http://schemas.microsoft.com/office/drawing/2014/main" val="3981272659"/>
                    </a:ext>
                  </a:extLst>
                </a:gridCol>
                <a:gridCol w="637731">
                  <a:extLst>
                    <a:ext uri="{9D8B030D-6E8A-4147-A177-3AD203B41FA5}">
                      <a16:colId xmlns:a16="http://schemas.microsoft.com/office/drawing/2014/main" val="3199131042"/>
                    </a:ext>
                  </a:extLst>
                </a:gridCol>
                <a:gridCol w="1058099">
                  <a:extLst>
                    <a:ext uri="{9D8B030D-6E8A-4147-A177-3AD203B41FA5}">
                      <a16:colId xmlns:a16="http://schemas.microsoft.com/office/drawing/2014/main" val="1085566654"/>
                    </a:ext>
                  </a:extLst>
                </a:gridCol>
                <a:gridCol w="1058844">
                  <a:extLst>
                    <a:ext uri="{9D8B030D-6E8A-4147-A177-3AD203B41FA5}">
                      <a16:colId xmlns:a16="http://schemas.microsoft.com/office/drawing/2014/main" val="670508945"/>
                    </a:ext>
                  </a:extLst>
                </a:gridCol>
                <a:gridCol w="1058844">
                  <a:extLst>
                    <a:ext uri="{9D8B030D-6E8A-4147-A177-3AD203B41FA5}">
                      <a16:colId xmlns:a16="http://schemas.microsoft.com/office/drawing/2014/main" val="2894087489"/>
                    </a:ext>
                  </a:extLst>
                </a:gridCol>
              </a:tblGrid>
              <a:tr h="227560">
                <a:tc>
                  <a:txBody>
                    <a:bodyPr/>
                    <a:lstStyle/>
                    <a:p>
                      <a:pPr algn="ctr">
                        <a:lnSpc>
                          <a:spcPct val="150000"/>
                        </a:lnSpc>
                      </a:pPr>
                      <a:r>
                        <a:rPr lang="zh-CN" sz="1050" kern="100">
                          <a:effectLst/>
                        </a:rPr>
                        <a:t>名称</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zh-CN" sz="1050" kern="100">
                          <a:effectLst/>
                        </a:rPr>
                        <a:t>字段</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zh-CN" sz="1050" kern="100">
                          <a:effectLst/>
                        </a:rPr>
                        <a:t>类型</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zh-CN" sz="1050" kern="100">
                          <a:effectLst/>
                        </a:rPr>
                        <a:t>长度</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zh-CN" sz="1050" kern="100">
                          <a:effectLst/>
                        </a:rPr>
                        <a:t>是否为空</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zh-CN" sz="1050" kern="100">
                          <a:effectLst/>
                        </a:rPr>
                        <a:t>备注</a:t>
                      </a:r>
                      <a:endParaRPr lang="zh-CN" sz="105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3764863980"/>
                  </a:ext>
                </a:extLst>
              </a:tr>
              <a:tr h="227560">
                <a:tc>
                  <a:txBody>
                    <a:bodyPr/>
                    <a:lstStyle/>
                    <a:p>
                      <a:pPr algn="ctr">
                        <a:lnSpc>
                          <a:spcPct val="150000"/>
                        </a:lnSpc>
                      </a:pPr>
                      <a:r>
                        <a:rPr lang="zh-CN" sz="1050" kern="100">
                          <a:effectLst/>
                        </a:rPr>
                        <a:t>产品</a:t>
                      </a:r>
                      <a:r>
                        <a:rPr lang="en-US" sz="1050" kern="100">
                          <a:effectLst/>
                        </a:rPr>
                        <a:t> ID</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product_id</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int</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 </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NO</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zh-CN" sz="1050" kern="100">
                          <a:effectLst/>
                        </a:rPr>
                        <a:t>主键</a:t>
                      </a:r>
                      <a:endParaRPr lang="zh-CN" sz="105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4204471751"/>
                  </a:ext>
                </a:extLst>
              </a:tr>
              <a:tr h="485093">
                <a:tc>
                  <a:txBody>
                    <a:bodyPr/>
                    <a:lstStyle/>
                    <a:p>
                      <a:pPr algn="ctr">
                        <a:lnSpc>
                          <a:spcPct val="150000"/>
                        </a:lnSpc>
                      </a:pPr>
                      <a:r>
                        <a:rPr lang="zh-CN" sz="1050" kern="100">
                          <a:effectLst/>
                        </a:rPr>
                        <a:t>产品名称</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product_name</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varchar</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100</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NO</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 </a:t>
                      </a:r>
                      <a:endParaRPr lang="zh-CN" sz="105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2338574979"/>
                  </a:ext>
                </a:extLst>
              </a:tr>
              <a:tr h="227560">
                <a:tc>
                  <a:txBody>
                    <a:bodyPr/>
                    <a:lstStyle/>
                    <a:p>
                      <a:pPr algn="ctr">
                        <a:lnSpc>
                          <a:spcPct val="150000"/>
                        </a:lnSpc>
                      </a:pPr>
                      <a:r>
                        <a:rPr lang="zh-CN" sz="1050" kern="100">
                          <a:effectLst/>
                        </a:rPr>
                        <a:t>产品标题</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product_title</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varchar</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100</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YES</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 </a:t>
                      </a:r>
                      <a:endParaRPr lang="zh-CN" sz="105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3214626183"/>
                  </a:ext>
                </a:extLst>
              </a:tr>
              <a:tr h="485093">
                <a:tc>
                  <a:txBody>
                    <a:bodyPr/>
                    <a:lstStyle/>
                    <a:p>
                      <a:pPr algn="ctr">
                        <a:lnSpc>
                          <a:spcPct val="150000"/>
                        </a:lnSpc>
                      </a:pPr>
                      <a:r>
                        <a:rPr lang="zh-CN" sz="1050" kern="100">
                          <a:effectLst/>
                        </a:rPr>
                        <a:t>产品价格</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product_price</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decimal</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 </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YES</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 </a:t>
                      </a:r>
                      <a:endParaRPr lang="zh-CN" sz="105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4136721906"/>
                  </a:ext>
                </a:extLst>
              </a:tr>
              <a:tr h="485093">
                <a:tc>
                  <a:txBody>
                    <a:bodyPr/>
                    <a:lstStyle/>
                    <a:p>
                      <a:pPr algn="ctr">
                        <a:lnSpc>
                          <a:spcPct val="150000"/>
                        </a:lnSpc>
                      </a:pPr>
                      <a:r>
                        <a:rPr lang="zh-CN" sz="1050" kern="100">
                          <a:effectLst/>
                        </a:rPr>
                        <a:t>销售价</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product_sale_price</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decimal</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 </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NO</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 </a:t>
                      </a:r>
                      <a:endParaRPr lang="zh-CN" sz="105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2333172990"/>
                  </a:ext>
                </a:extLst>
              </a:tr>
              <a:tr h="485093">
                <a:tc>
                  <a:txBody>
                    <a:bodyPr/>
                    <a:lstStyle/>
                    <a:p>
                      <a:pPr algn="ctr">
                        <a:lnSpc>
                          <a:spcPct val="150000"/>
                        </a:lnSpc>
                      </a:pPr>
                      <a:r>
                        <a:rPr lang="zh-CN" sz="1050" kern="100">
                          <a:effectLst/>
                        </a:rPr>
                        <a:t>创建日期</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product_create_date</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datetime</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 </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NO</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 </a:t>
                      </a:r>
                      <a:endParaRPr lang="zh-CN" sz="105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3526859474"/>
                  </a:ext>
                </a:extLst>
              </a:tr>
              <a:tr h="485093">
                <a:tc>
                  <a:txBody>
                    <a:bodyPr/>
                    <a:lstStyle/>
                    <a:p>
                      <a:pPr algn="ctr">
                        <a:lnSpc>
                          <a:spcPct val="150000"/>
                        </a:lnSpc>
                      </a:pPr>
                      <a:r>
                        <a:rPr lang="zh-CN" sz="1050" kern="100">
                          <a:effectLst/>
                        </a:rPr>
                        <a:t>产品分类</a:t>
                      </a:r>
                      <a:r>
                        <a:rPr lang="en-US" sz="1050" kern="100">
                          <a:effectLst/>
                        </a:rPr>
                        <a:t> ID</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product_category_id</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int</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 </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NO</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zh-CN" sz="1050" kern="100">
                          <a:effectLst/>
                        </a:rPr>
                        <a:t>外键</a:t>
                      </a:r>
                      <a:endParaRPr lang="zh-CN" sz="105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3907864852"/>
                  </a:ext>
                </a:extLst>
              </a:tr>
              <a:tr h="485093">
                <a:tc>
                  <a:txBody>
                    <a:bodyPr/>
                    <a:lstStyle/>
                    <a:p>
                      <a:pPr algn="ctr">
                        <a:lnSpc>
                          <a:spcPct val="150000"/>
                        </a:lnSpc>
                      </a:pPr>
                      <a:r>
                        <a:rPr lang="zh-CN" sz="1050" kern="100">
                          <a:effectLst/>
                        </a:rPr>
                        <a:t>是否销售</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product_isEnabled</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tinyint</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 </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NO</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 </a:t>
                      </a:r>
                      <a:endParaRPr lang="zh-CN" sz="105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1387322295"/>
                  </a:ext>
                </a:extLst>
              </a:tr>
              <a:tr h="485093">
                <a:tc>
                  <a:txBody>
                    <a:bodyPr/>
                    <a:lstStyle/>
                    <a:p>
                      <a:pPr algn="ctr">
                        <a:lnSpc>
                          <a:spcPct val="150000"/>
                        </a:lnSpc>
                      </a:pPr>
                      <a:r>
                        <a:rPr lang="zh-CN" sz="1050" kern="100">
                          <a:effectLst/>
                        </a:rPr>
                        <a:t>销售总量</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product_sale_count</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int</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 </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NO</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 </a:t>
                      </a:r>
                      <a:endParaRPr lang="zh-CN" sz="105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1625162670"/>
                  </a:ext>
                </a:extLst>
              </a:tr>
              <a:tr h="485093">
                <a:tc>
                  <a:txBody>
                    <a:bodyPr/>
                    <a:lstStyle/>
                    <a:p>
                      <a:pPr algn="ctr">
                        <a:lnSpc>
                          <a:spcPct val="150000"/>
                        </a:lnSpc>
                      </a:pPr>
                      <a:r>
                        <a:rPr lang="zh-CN" sz="1050" kern="100">
                          <a:effectLst/>
                        </a:rPr>
                        <a:t>评价总数</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product_review_count</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int</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 </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NO</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 </a:t>
                      </a:r>
                      <a:endParaRPr lang="zh-CN" sz="105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2721608003"/>
                  </a:ext>
                </a:extLst>
              </a:tr>
            </a:tbl>
          </a:graphicData>
        </a:graphic>
      </p:graphicFrame>
    </p:spTree>
    <p:extLst>
      <p:ext uri="{BB962C8B-B14F-4D97-AF65-F5344CB8AC3E}">
        <p14:creationId xmlns:p14="http://schemas.microsoft.com/office/powerpoint/2010/main" val="152427664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afterEffect">
                                  <p:stCondLst>
                                    <p:cond delay="0"/>
                                  </p:stCondLst>
                                  <p:childTnLst>
                                    <p:set>
                                      <p:cBhvr>
                                        <p:cTn id="6" dur="1" fill="hold">
                                          <p:stCondLst>
                                            <p:cond delay="0"/>
                                          </p:stCondLst>
                                        </p:cTn>
                                        <p:tgtEl>
                                          <p:spTgt spid="81"/>
                                        </p:tgtEl>
                                        <p:attrNameLst>
                                          <p:attrName>style.visibility</p:attrName>
                                        </p:attrNameLst>
                                      </p:cBhvr>
                                      <p:to>
                                        <p:strVal val="visible"/>
                                      </p:to>
                                    </p:set>
                                    <p:animEffect transition="in" filter="wipe(right)">
                                      <p:cBhvr>
                                        <p:cTn id="7" dur="500"/>
                                        <p:tgtEl>
                                          <p:spTgt spid="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文本框 34">
            <a:extLst>
              <a:ext uri="{FF2B5EF4-FFF2-40B4-BE49-F238E27FC236}">
                <a16:creationId xmlns:a16="http://schemas.microsoft.com/office/drawing/2014/main" id="{0C025DF2-33BF-4666-A522-B44F2D4999E0}"/>
              </a:ext>
            </a:extLst>
          </p:cNvPr>
          <p:cNvSpPr txBox="1"/>
          <p:nvPr/>
        </p:nvSpPr>
        <p:spPr>
          <a:xfrm>
            <a:off x="698040" y="690937"/>
            <a:ext cx="10142776" cy="8730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defPPr>
              <a:defRPr lang="zh-CN"/>
            </a:defPPr>
            <a:lvl1pPr>
              <a:lnSpc>
                <a:spcPct val="120000"/>
              </a:lnSpc>
              <a:buFont typeface="Arial" charset="0"/>
              <a:buNone/>
              <a:defRPr sz="1400">
                <a:solidFill>
                  <a:schemeClr val="tx2">
                    <a:lumMod val="75000"/>
                  </a:schemeClr>
                </a:solidFill>
                <a:latin typeface="+mn-lt"/>
                <a:ea typeface="+mn-ea"/>
                <a:cs typeface="+mn-ea"/>
              </a:defRPr>
            </a:lvl1pPr>
            <a:lvl2pPr marL="742950" indent="-285750">
              <a:spcBef>
                <a:spcPct val="20000"/>
              </a:spcBef>
              <a:buFont typeface="Arial" charset="0"/>
              <a:buChar char="–"/>
              <a:defRPr sz="2800">
                <a:latin typeface="微软雅黑" pitchFamily="34" charset="-122"/>
                <a:ea typeface="微软雅黑" pitchFamily="34" charset="-122"/>
              </a:defRPr>
            </a:lvl2pPr>
            <a:lvl3pPr marL="1143000" indent="-228600">
              <a:spcBef>
                <a:spcPct val="20000"/>
              </a:spcBef>
              <a:buFont typeface="Arial" charset="0"/>
              <a:buChar char="•"/>
              <a:defRPr sz="2400">
                <a:latin typeface="微软雅黑" pitchFamily="34" charset="-122"/>
                <a:ea typeface="微软雅黑" pitchFamily="34" charset="-122"/>
              </a:defRPr>
            </a:lvl3pPr>
            <a:lvl4pPr marL="1600200" indent="-228600">
              <a:spcBef>
                <a:spcPct val="20000"/>
              </a:spcBef>
              <a:buFont typeface="Arial" charset="0"/>
              <a:buChar char="–"/>
              <a:defRPr sz="2000">
                <a:latin typeface="微软雅黑" pitchFamily="34" charset="-122"/>
                <a:ea typeface="微软雅黑" pitchFamily="34" charset="-122"/>
              </a:defRPr>
            </a:lvl4pPr>
            <a:lvl5pPr marL="2057400" indent="-228600">
              <a:spcBef>
                <a:spcPct val="20000"/>
              </a:spcBef>
              <a:buFont typeface="Arial" charset="0"/>
              <a:buChar char="»"/>
              <a:defRPr sz="2000">
                <a:latin typeface="微软雅黑" pitchFamily="34" charset="-122"/>
                <a:ea typeface="微软雅黑" pitchFamily="34" charset="-122"/>
              </a:defRPr>
            </a:lvl5pPr>
            <a:lvl6pPr marL="2514600" indent="-228600" eaLnBrk="0" fontAlgn="base" hangingPunct="0">
              <a:spcBef>
                <a:spcPct val="20000"/>
              </a:spcBef>
              <a:spcAft>
                <a:spcPct val="0"/>
              </a:spcAft>
              <a:buFont typeface="Arial" charset="0"/>
              <a:buChar char="»"/>
              <a:defRPr sz="2000">
                <a:latin typeface="微软雅黑" pitchFamily="34" charset="-122"/>
                <a:ea typeface="微软雅黑" pitchFamily="34" charset="-122"/>
              </a:defRPr>
            </a:lvl6pPr>
            <a:lvl7pPr marL="2971800" indent="-228600" eaLnBrk="0" fontAlgn="base" hangingPunct="0">
              <a:spcBef>
                <a:spcPct val="20000"/>
              </a:spcBef>
              <a:spcAft>
                <a:spcPct val="0"/>
              </a:spcAft>
              <a:buFont typeface="Arial" charset="0"/>
              <a:buChar char="»"/>
              <a:defRPr sz="2000">
                <a:latin typeface="微软雅黑" pitchFamily="34" charset="-122"/>
                <a:ea typeface="微软雅黑" pitchFamily="34" charset="-122"/>
              </a:defRPr>
            </a:lvl7pPr>
            <a:lvl8pPr marL="3429000" indent="-228600" eaLnBrk="0" fontAlgn="base" hangingPunct="0">
              <a:spcBef>
                <a:spcPct val="20000"/>
              </a:spcBef>
              <a:spcAft>
                <a:spcPct val="0"/>
              </a:spcAft>
              <a:buFont typeface="Arial" charset="0"/>
              <a:buChar char="»"/>
              <a:defRPr sz="2000">
                <a:latin typeface="微软雅黑" pitchFamily="34" charset="-122"/>
                <a:ea typeface="微软雅黑" pitchFamily="34" charset="-122"/>
              </a:defRPr>
            </a:lvl8pPr>
            <a:lvl9pPr marL="3886200" indent="-228600" eaLnBrk="0" fontAlgn="base" hangingPunct="0">
              <a:spcBef>
                <a:spcPct val="20000"/>
              </a:spcBef>
              <a:spcAft>
                <a:spcPct val="0"/>
              </a:spcAft>
              <a:buFont typeface="Arial" charset="0"/>
              <a:buChar char="»"/>
              <a:defRPr sz="2000">
                <a:latin typeface="微软雅黑" pitchFamily="34" charset="-122"/>
                <a:ea typeface="微软雅黑" pitchFamily="34" charset="-122"/>
              </a:defRPr>
            </a:lvl9pPr>
          </a:lstStyle>
          <a:p>
            <a:r>
              <a:rPr lang="en-US" altLang="zh-CN" sz="2400">
                <a:solidFill>
                  <a:srgbClr val="314865"/>
                </a:solidFill>
                <a:latin typeface="Arial"/>
                <a:sym typeface="Arial"/>
              </a:rPr>
              <a:t>4.</a:t>
            </a:r>
            <a:r>
              <a:rPr lang="zh-CN" altLang="en-US" sz="2400">
                <a:solidFill>
                  <a:srgbClr val="314865"/>
                </a:solidFill>
                <a:latin typeface="Arial"/>
                <a:sym typeface="Arial"/>
              </a:rPr>
              <a:t>订单信息表</a:t>
            </a:r>
            <a:endParaRPr lang="en-US" altLang="zh-CN" sz="2400">
              <a:solidFill>
                <a:srgbClr val="314865"/>
              </a:solidFill>
              <a:latin typeface="Arial"/>
              <a:sym typeface="Arial"/>
            </a:endParaRPr>
          </a:p>
          <a:p>
            <a:r>
              <a:rPr lang="zh-CN" altLang="en-US" sz="2000">
                <a:solidFill>
                  <a:srgbClr val="314865"/>
                </a:solidFill>
                <a:latin typeface="Arial"/>
                <a:sym typeface="Arial"/>
              </a:rPr>
              <a:t>订单信息表主要存放的是用户的订单信息。</a:t>
            </a:r>
            <a:endParaRPr lang="en-US" altLang="zh-CN" sz="2000" dirty="0">
              <a:solidFill>
                <a:srgbClr val="314865"/>
              </a:solidFill>
              <a:latin typeface="Arial"/>
              <a:sym typeface="Arial"/>
            </a:endParaRPr>
          </a:p>
        </p:txBody>
      </p:sp>
      <p:grpSp>
        <p:nvGrpSpPr>
          <p:cNvPr id="42" name="组合 41">
            <a:extLst>
              <a:ext uri="{FF2B5EF4-FFF2-40B4-BE49-F238E27FC236}">
                <a16:creationId xmlns:a16="http://schemas.microsoft.com/office/drawing/2014/main" id="{1ABEDB34-8D7D-4F95-B061-3F80AAFBFA77}"/>
              </a:ext>
            </a:extLst>
          </p:cNvPr>
          <p:cNvGrpSpPr/>
          <p:nvPr/>
        </p:nvGrpSpPr>
        <p:grpSpPr>
          <a:xfrm>
            <a:off x="164616" y="178180"/>
            <a:ext cx="2804616" cy="368580"/>
            <a:chOff x="164616" y="178180"/>
            <a:chExt cx="2804616" cy="368580"/>
          </a:xfrm>
        </p:grpSpPr>
        <p:cxnSp>
          <p:nvCxnSpPr>
            <p:cNvPr id="43" name="直接连接符 42">
              <a:extLst>
                <a:ext uri="{FF2B5EF4-FFF2-40B4-BE49-F238E27FC236}">
                  <a16:creationId xmlns:a16="http://schemas.microsoft.com/office/drawing/2014/main" id="{47AFA606-6701-49F4-A8BE-35A4D8A4DE05}"/>
                </a:ext>
              </a:extLst>
            </p:cNvPr>
            <p:cNvCxnSpPr>
              <a:cxnSpLocks/>
            </p:cNvCxnSpPr>
            <p:nvPr/>
          </p:nvCxnSpPr>
          <p:spPr>
            <a:xfrm flipV="1">
              <a:off x="164616" y="535956"/>
              <a:ext cx="2804616" cy="10804"/>
            </a:xfrm>
            <a:prstGeom prst="line">
              <a:avLst/>
            </a:prstGeom>
            <a:ln>
              <a:solidFill>
                <a:srgbClr val="314865"/>
              </a:solidFill>
            </a:ln>
          </p:spPr>
          <p:style>
            <a:lnRef idx="1">
              <a:schemeClr val="accent1"/>
            </a:lnRef>
            <a:fillRef idx="0">
              <a:schemeClr val="accent1"/>
            </a:fillRef>
            <a:effectRef idx="0">
              <a:schemeClr val="accent1"/>
            </a:effectRef>
            <a:fontRef idx="minor">
              <a:schemeClr val="tx1"/>
            </a:fontRef>
          </p:style>
        </p:cxnSp>
        <p:sp>
          <p:nvSpPr>
            <p:cNvPr id="44" name="文本框 43">
              <a:extLst>
                <a:ext uri="{FF2B5EF4-FFF2-40B4-BE49-F238E27FC236}">
                  <a16:creationId xmlns:a16="http://schemas.microsoft.com/office/drawing/2014/main" id="{92997A45-AA42-4E5B-8211-228C466B9130}"/>
                </a:ext>
              </a:extLst>
            </p:cNvPr>
            <p:cNvSpPr txBox="1"/>
            <p:nvPr/>
          </p:nvSpPr>
          <p:spPr>
            <a:xfrm>
              <a:off x="534486" y="178180"/>
              <a:ext cx="2434746" cy="338554"/>
            </a:xfrm>
            <a:prstGeom prst="rect">
              <a:avLst/>
            </a:prstGeom>
            <a:noFill/>
          </p:spPr>
          <p:txBody>
            <a:bodyPr wrap="square" rtlCol="0">
              <a:spAutoFit/>
            </a:bodyPr>
            <a:lstStyle/>
            <a:p>
              <a:pPr algn="ctr">
                <a:spcBef>
                  <a:spcPct val="20000"/>
                </a:spcBef>
                <a:buClr>
                  <a:schemeClr val="hlink"/>
                </a:buClr>
                <a:buSzPct val="65000"/>
              </a:pPr>
              <a:r>
                <a:rPr lang="zh-CN" altLang="en-US" sz="1600" b="1">
                  <a:solidFill>
                    <a:srgbClr val="314865"/>
                  </a:solidFill>
                  <a:effectLst>
                    <a:innerShdw blurRad="63500" dist="50800" dir="13500000">
                      <a:prstClr val="black">
                        <a:alpha val="50000"/>
                      </a:prstClr>
                    </a:innerShdw>
                  </a:effectLst>
                  <a:latin typeface="Arial"/>
                  <a:ea typeface="微软雅黑"/>
                  <a:sym typeface="Arial"/>
                </a:rPr>
                <a:t>数据库表设计</a:t>
              </a:r>
              <a:endParaRPr lang="zh-CN" altLang="en-US" sz="1600" b="1" dirty="0">
                <a:solidFill>
                  <a:srgbClr val="314865"/>
                </a:solidFill>
                <a:effectLst>
                  <a:innerShdw blurRad="63500" dist="50800" dir="13500000">
                    <a:prstClr val="black">
                      <a:alpha val="50000"/>
                    </a:prstClr>
                  </a:innerShdw>
                </a:effectLst>
                <a:latin typeface="Arial"/>
                <a:ea typeface="微软雅黑"/>
                <a:sym typeface="Arial"/>
              </a:endParaRPr>
            </a:p>
          </p:txBody>
        </p:sp>
        <p:sp>
          <p:nvSpPr>
            <p:cNvPr id="45" name="矩形 44">
              <a:extLst>
                <a:ext uri="{FF2B5EF4-FFF2-40B4-BE49-F238E27FC236}">
                  <a16:creationId xmlns:a16="http://schemas.microsoft.com/office/drawing/2014/main" id="{C0ED3065-FF93-46E7-A78C-AF340786F025}"/>
                </a:ext>
              </a:extLst>
            </p:cNvPr>
            <p:cNvSpPr/>
            <p:nvPr/>
          </p:nvSpPr>
          <p:spPr>
            <a:xfrm>
              <a:off x="164616" y="178180"/>
              <a:ext cx="47829" cy="284416"/>
            </a:xfrm>
            <a:prstGeom prst="rect">
              <a:avLst/>
            </a:prstGeom>
            <a:solidFill>
              <a:srgbClr val="314865"/>
            </a:solidFill>
            <a:ln>
              <a:solidFill>
                <a:srgbClr val="3148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
          <p:nvSpPr>
            <p:cNvPr id="46" name="矩形 45">
              <a:extLst>
                <a:ext uri="{FF2B5EF4-FFF2-40B4-BE49-F238E27FC236}">
                  <a16:creationId xmlns:a16="http://schemas.microsoft.com/office/drawing/2014/main" id="{4F33D129-DCE0-421A-968D-70DD06CEAA65}"/>
                </a:ext>
              </a:extLst>
            </p:cNvPr>
            <p:cNvSpPr/>
            <p:nvPr/>
          </p:nvSpPr>
          <p:spPr>
            <a:xfrm>
              <a:off x="275779" y="252586"/>
              <a:ext cx="47828" cy="210010"/>
            </a:xfrm>
            <a:prstGeom prst="rect">
              <a:avLst/>
            </a:prstGeom>
            <a:solidFill>
              <a:srgbClr val="314865"/>
            </a:solidFill>
            <a:ln>
              <a:solidFill>
                <a:srgbClr val="3148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
          <p:nvSpPr>
            <p:cNvPr id="47" name="矩形 46">
              <a:extLst>
                <a:ext uri="{FF2B5EF4-FFF2-40B4-BE49-F238E27FC236}">
                  <a16:creationId xmlns:a16="http://schemas.microsoft.com/office/drawing/2014/main" id="{8B667072-A78C-44AC-80E8-23E10E8E3B9D}"/>
                </a:ext>
              </a:extLst>
            </p:cNvPr>
            <p:cNvSpPr/>
            <p:nvPr/>
          </p:nvSpPr>
          <p:spPr>
            <a:xfrm flipH="1">
              <a:off x="377808" y="320388"/>
              <a:ext cx="47827" cy="142208"/>
            </a:xfrm>
            <a:prstGeom prst="rect">
              <a:avLst/>
            </a:prstGeom>
            <a:solidFill>
              <a:srgbClr val="314865"/>
            </a:solidFill>
            <a:ln>
              <a:solidFill>
                <a:srgbClr val="3148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grpSp>
      <p:graphicFrame>
        <p:nvGraphicFramePr>
          <p:cNvPr id="2" name="表格 1">
            <a:extLst>
              <a:ext uri="{FF2B5EF4-FFF2-40B4-BE49-F238E27FC236}">
                <a16:creationId xmlns:a16="http://schemas.microsoft.com/office/drawing/2014/main" id="{E449425F-FB6E-0178-6A8C-32C59D8DC708}"/>
              </a:ext>
            </a:extLst>
          </p:cNvPr>
          <p:cNvGraphicFramePr>
            <a:graphicFrameLocks noGrp="1"/>
          </p:cNvGraphicFramePr>
          <p:nvPr>
            <p:extLst>
              <p:ext uri="{D42A27DB-BD31-4B8C-83A1-F6EECF244321}">
                <p14:modId xmlns:p14="http://schemas.microsoft.com/office/powerpoint/2010/main" val="2851622775"/>
              </p:ext>
            </p:extLst>
          </p:nvPr>
        </p:nvGraphicFramePr>
        <p:xfrm>
          <a:off x="2816597" y="1712572"/>
          <a:ext cx="6558805" cy="4454491"/>
        </p:xfrm>
        <a:graphic>
          <a:graphicData uri="http://schemas.openxmlformats.org/drawingml/2006/table">
            <a:tbl>
              <a:tblPr firstRow="1" firstCol="1" bandRow="1">
                <a:tableStyleId>{5C22544A-7EE6-4342-B048-85BDC9FD1C3A}</a:tableStyleId>
              </a:tblPr>
              <a:tblGrid>
                <a:gridCol w="876611">
                  <a:extLst>
                    <a:ext uri="{9D8B030D-6E8A-4147-A177-3AD203B41FA5}">
                      <a16:colId xmlns:a16="http://schemas.microsoft.com/office/drawing/2014/main" val="430468813"/>
                    </a:ext>
                  </a:extLst>
                </a:gridCol>
                <a:gridCol w="2006431">
                  <a:extLst>
                    <a:ext uri="{9D8B030D-6E8A-4147-A177-3AD203B41FA5}">
                      <a16:colId xmlns:a16="http://schemas.microsoft.com/office/drawing/2014/main" val="1168734709"/>
                    </a:ext>
                  </a:extLst>
                </a:gridCol>
                <a:gridCol w="987438">
                  <a:extLst>
                    <a:ext uri="{9D8B030D-6E8A-4147-A177-3AD203B41FA5}">
                      <a16:colId xmlns:a16="http://schemas.microsoft.com/office/drawing/2014/main" val="1564002908"/>
                    </a:ext>
                  </a:extLst>
                </a:gridCol>
                <a:gridCol w="897391">
                  <a:extLst>
                    <a:ext uri="{9D8B030D-6E8A-4147-A177-3AD203B41FA5}">
                      <a16:colId xmlns:a16="http://schemas.microsoft.com/office/drawing/2014/main" val="2305123245"/>
                    </a:ext>
                  </a:extLst>
                </a:gridCol>
                <a:gridCol w="915862">
                  <a:extLst>
                    <a:ext uri="{9D8B030D-6E8A-4147-A177-3AD203B41FA5}">
                      <a16:colId xmlns:a16="http://schemas.microsoft.com/office/drawing/2014/main" val="3618125429"/>
                    </a:ext>
                  </a:extLst>
                </a:gridCol>
                <a:gridCol w="875072">
                  <a:extLst>
                    <a:ext uri="{9D8B030D-6E8A-4147-A177-3AD203B41FA5}">
                      <a16:colId xmlns:a16="http://schemas.microsoft.com/office/drawing/2014/main" val="3177492062"/>
                    </a:ext>
                  </a:extLst>
                </a:gridCol>
              </a:tblGrid>
              <a:tr h="260279">
                <a:tc>
                  <a:txBody>
                    <a:bodyPr/>
                    <a:lstStyle/>
                    <a:p>
                      <a:pPr algn="ctr">
                        <a:lnSpc>
                          <a:spcPct val="150000"/>
                        </a:lnSpc>
                      </a:pPr>
                      <a:r>
                        <a:rPr lang="zh-CN" sz="1050" kern="100">
                          <a:effectLst/>
                        </a:rPr>
                        <a:t>名称</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zh-CN" sz="1050" kern="100">
                          <a:effectLst/>
                        </a:rPr>
                        <a:t>字段</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zh-CN" sz="1050" kern="100">
                          <a:effectLst/>
                        </a:rPr>
                        <a:t>类型</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zh-CN" sz="1050" kern="100">
                          <a:effectLst/>
                        </a:rPr>
                        <a:t>长度</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zh-CN" sz="1050" kern="100">
                          <a:effectLst/>
                        </a:rPr>
                        <a:t>是否为空</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zh-CN" sz="1050" kern="100">
                          <a:effectLst/>
                        </a:rPr>
                        <a:t>备注</a:t>
                      </a:r>
                      <a:endParaRPr lang="zh-CN" sz="105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4246494456"/>
                  </a:ext>
                </a:extLst>
              </a:tr>
              <a:tr h="260279">
                <a:tc>
                  <a:txBody>
                    <a:bodyPr/>
                    <a:lstStyle/>
                    <a:p>
                      <a:pPr algn="ctr">
                        <a:lnSpc>
                          <a:spcPct val="150000"/>
                        </a:lnSpc>
                      </a:pPr>
                      <a:r>
                        <a:rPr lang="zh-CN" sz="1050" kern="100">
                          <a:effectLst/>
                        </a:rPr>
                        <a:t>订单</a:t>
                      </a:r>
                      <a:r>
                        <a:rPr lang="en-US" sz="1050" kern="100">
                          <a:effectLst/>
                        </a:rPr>
                        <a:t> ID</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productorder_id</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int</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 </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NO</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zh-CN" sz="1050" kern="100">
                          <a:effectLst/>
                        </a:rPr>
                        <a:t>主键</a:t>
                      </a:r>
                      <a:endParaRPr lang="zh-CN" sz="105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1833898970"/>
                  </a:ext>
                </a:extLst>
              </a:tr>
              <a:tr h="447463">
                <a:tc>
                  <a:txBody>
                    <a:bodyPr/>
                    <a:lstStyle/>
                    <a:p>
                      <a:pPr algn="ctr">
                        <a:lnSpc>
                          <a:spcPct val="150000"/>
                        </a:lnSpc>
                      </a:pPr>
                      <a:r>
                        <a:rPr lang="zh-CN" sz="1050" kern="100">
                          <a:effectLst/>
                        </a:rPr>
                        <a:t>订单编号</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productorder_code</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varchar</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30</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NO</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 </a:t>
                      </a:r>
                      <a:endParaRPr lang="zh-CN" sz="105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1784499997"/>
                  </a:ext>
                </a:extLst>
              </a:tr>
              <a:tr h="260279">
                <a:tc>
                  <a:txBody>
                    <a:bodyPr/>
                    <a:lstStyle/>
                    <a:p>
                      <a:pPr algn="ctr">
                        <a:lnSpc>
                          <a:spcPct val="150000"/>
                        </a:lnSpc>
                      </a:pPr>
                      <a:r>
                        <a:rPr lang="zh-CN" sz="1050" kern="100">
                          <a:effectLst/>
                        </a:rPr>
                        <a:t>订单地址</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productorder_address</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char</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6</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NO</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 </a:t>
                      </a:r>
                      <a:endParaRPr lang="zh-CN" sz="105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4251035083"/>
                  </a:ext>
                </a:extLst>
              </a:tr>
              <a:tr h="554839">
                <a:tc>
                  <a:txBody>
                    <a:bodyPr/>
                    <a:lstStyle/>
                    <a:p>
                      <a:pPr algn="ctr">
                        <a:lnSpc>
                          <a:spcPct val="150000"/>
                        </a:lnSpc>
                      </a:pPr>
                      <a:r>
                        <a:rPr lang="zh-CN" sz="1050" kern="100">
                          <a:effectLst/>
                        </a:rPr>
                        <a:t>详细地址</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productorder_detail_address</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varchar</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255</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NO</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 </a:t>
                      </a:r>
                      <a:endParaRPr lang="zh-CN" sz="105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275397665"/>
                  </a:ext>
                </a:extLst>
              </a:tr>
              <a:tr h="260279">
                <a:tc>
                  <a:txBody>
                    <a:bodyPr/>
                    <a:lstStyle/>
                    <a:p>
                      <a:pPr algn="ctr">
                        <a:lnSpc>
                          <a:spcPct val="150000"/>
                        </a:lnSpc>
                      </a:pPr>
                      <a:r>
                        <a:rPr lang="zh-CN" sz="1050" kern="100">
                          <a:effectLst/>
                        </a:rPr>
                        <a:t>邮编</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productorder_post</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char</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6</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YES</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 </a:t>
                      </a:r>
                      <a:endParaRPr lang="zh-CN" sz="105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768929686"/>
                  </a:ext>
                </a:extLst>
              </a:tr>
              <a:tr h="260279">
                <a:tc>
                  <a:txBody>
                    <a:bodyPr/>
                    <a:lstStyle/>
                    <a:p>
                      <a:pPr algn="ctr">
                        <a:lnSpc>
                          <a:spcPct val="150000"/>
                        </a:lnSpc>
                      </a:pPr>
                      <a:r>
                        <a:rPr lang="zh-CN" sz="1050" kern="100">
                          <a:effectLst/>
                        </a:rPr>
                        <a:t>接收人</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productorder_receiver</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varchar</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20</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NO</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 </a:t>
                      </a:r>
                      <a:endParaRPr lang="zh-CN" sz="105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2688181436"/>
                  </a:ext>
                </a:extLst>
              </a:tr>
              <a:tr h="260279">
                <a:tc>
                  <a:txBody>
                    <a:bodyPr/>
                    <a:lstStyle/>
                    <a:p>
                      <a:pPr algn="ctr">
                        <a:lnSpc>
                          <a:spcPct val="150000"/>
                        </a:lnSpc>
                      </a:pPr>
                      <a:r>
                        <a:rPr lang="zh-CN" sz="1050" kern="100">
                          <a:effectLst/>
                        </a:rPr>
                        <a:t>联系方式</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productorder_mobile</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char</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11</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NO</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 </a:t>
                      </a:r>
                      <a:endParaRPr lang="zh-CN" sz="105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327685643"/>
                  </a:ext>
                </a:extLst>
              </a:tr>
              <a:tr h="260279">
                <a:tc>
                  <a:txBody>
                    <a:bodyPr/>
                    <a:lstStyle/>
                    <a:p>
                      <a:pPr algn="ctr">
                        <a:lnSpc>
                          <a:spcPct val="150000"/>
                        </a:lnSpc>
                      </a:pPr>
                      <a:r>
                        <a:rPr lang="zh-CN" sz="1050" kern="100">
                          <a:effectLst/>
                        </a:rPr>
                        <a:t>支付日期</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productorder_pay_date</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datetime</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 </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NO</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 </a:t>
                      </a:r>
                      <a:endParaRPr lang="zh-CN" sz="105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773787190"/>
                  </a:ext>
                </a:extLst>
              </a:tr>
              <a:tr h="554839">
                <a:tc>
                  <a:txBody>
                    <a:bodyPr/>
                    <a:lstStyle/>
                    <a:p>
                      <a:pPr algn="ctr">
                        <a:lnSpc>
                          <a:spcPct val="150000"/>
                        </a:lnSpc>
                      </a:pPr>
                      <a:r>
                        <a:rPr lang="zh-CN" sz="1050" kern="100">
                          <a:effectLst/>
                        </a:rPr>
                        <a:t>发货日期</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productorder_delivery_date</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datetime</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 </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YES</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 </a:t>
                      </a:r>
                      <a:endParaRPr lang="zh-CN" sz="105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3059892393"/>
                  </a:ext>
                </a:extLst>
              </a:tr>
              <a:tr h="554839">
                <a:tc>
                  <a:txBody>
                    <a:bodyPr/>
                    <a:lstStyle/>
                    <a:p>
                      <a:pPr algn="ctr">
                        <a:lnSpc>
                          <a:spcPct val="150000"/>
                        </a:lnSpc>
                      </a:pPr>
                      <a:r>
                        <a:rPr lang="zh-CN" sz="1050" kern="100">
                          <a:effectLst/>
                        </a:rPr>
                        <a:t>确认日期</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productorder_confirm_date</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datetime</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 </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YES</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 </a:t>
                      </a:r>
                      <a:endParaRPr lang="zh-CN" sz="105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2972655192"/>
                  </a:ext>
                </a:extLst>
              </a:tr>
              <a:tr h="260279">
                <a:tc>
                  <a:txBody>
                    <a:bodyPr/>
                    <a:lstStyle/>
                    <a:p>
                      <a:pPr algn="ctr">
                        <a:lnSpc>
                          <a:spcPct val="150000"/>
                        </a:lnSpc>
                      </a:pPr>
                      <a:r>
                        <a:rPr lang="zh-CN" sz="1050" kern="100">
                          <a:effectLst/>
                        </a:rPr>
                        <a:t>订单状态</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productorder_status</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tinyint</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 </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NO</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 </a:t>
                      </a:r>
                      <a:endParaRPr lang="zh-CN" sz="105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866632810"/>
                  </a:ext>
                </a:extLst>
              </a:tr>
              <a:tr h="260279">
                <a:tc>
                  <a:txBody>
                    <a:bodyPr/>
                    <a:lstStyle/>
                    <a:p>
                      <a:pPr algn="ctr">
                        <a:lnSpc>
                          <a:spcPct val="150000"/>
                        </a:lnSpc>
                      </a:pPr>
                      <a:r>
                        <a:rPr lang="zh-CN" sz="1050" kern="100">
                          <a:effectLst/>
                        </a:rPr>
                        <a:t>用户</a:t>
                      </a:r>
                      <a:r>
                        <a:rPr lang="en-US" sz="1050" kern="100">
                          <a:effectLst/>
                        </a:rPr>
                        <a:t> ID</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productorder_user_id</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int</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 </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en-US" sz="1050" kern="100">
                          <a:effectLst/>
                        </a:rPr>
                        <a:t>NO</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150000"/>
                        </a:lnSpc>
                      </a:pPr>
                      <a:r>
                        <a:rPr lang="zh-CN" sz="1050" kern="100">
                          <a:effectLst/>
                        </a:rPr>
                        <a:t>外键</a:t>
                      </a:r>
                      <a:endParaRPr lang="zh-CN" sz="105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2852819573"/>
                  </a:ext>
                </a:extLst>
              </a:tr>
            </a:tbl>
          </a:graphicData>
        </a:graphic>
      </p:graphicFrame>
    </p:spTree>
    <p:extLst>
      <p:ext uri="{BB962C8B-B14F-4D97-AF65-F5344CB8AC3E}">
        <p14:creationId xmlns:p14="http://schemas.microsoft.com/office/powerpoint/2010/main" val="315270390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afterEffect">
                                  <p:stCondLst>
                                    <p:cond delay="0"/>
                                  </p:stCondLst>
                                  <p:childTnLst>
                                    <p:set>
                                      <p:cBhvr>
                                        <p:cTn id="6" dur="1" fill="hold">
                                          <p:stCondLst>
                                            <p:cond delay="0"/>
                                          </p:stCondLst>
                                        </p:cTn>
                                        <p:tgtEl>
                                          <p:spTgt spid="81"/>
                                        </p:tgtEl>
                                        <p:attrNameLst>
                                          <p:attrName>style.visibility</p:attrName>
                                        </p:attrNameLst>
                                      </p:cBhvr>
                                      <p:to>
                                        <p:strVal val="visible"/>
                                      </p:to>
                                    </p:set>
                                    <p:animEffect transition="in" filter="wipe(right)">
                                      <p:cBhvr>
                                        <p:cTn id="7" dur="500"/>
                                        <p:tgtEl>
                                          <p:spTgt spid="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文本框 2"/>
          <p:cNvSpPr txBox="1">
            <a:spLocks noChangeArrowheads="1"/>
          </p:cNvSpPr>
          <p:nvPr>
            <p:custDataLst>
              <p:tags r:id="rId1"/>
            </p:custDataLst>
          </p:nvPr>
        </p:nvSpPr>
        <p:spPr bwMode="auto">
          <a:xfrm>
            <a:off x="1056625" y="2193837"/>
            <a:ext cx="2247543" cy="2246769"/>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r" eaLnBrk="1" hangingPunct="1"/>
            <a:r>
              <a:rPr lang="en-US" altLang="zh-CN" sz="14600" b="1">
                <a:solidFill>
                  <a:srgbClr val="314865"/>
                </a:solidFill>
                <a:latin typeface="Arial"/>
                <a:ea typeface="微软雅黑"/>
                <a:cs typeface="Times New Roman" panose="02020603050405020304" pitchFamily="18" charset="0"/>
                <a:sym typeface="Arial"/>
              </a:rPr>
              <a:t>04</a:t>
            </a:r>
            <a:endParaRPr lang="zh-CN" altLang="en-US" sz="14600" b="1" dirty="0">
              <a:solidFill>
                <a:srgbClr val="314865"/>
              </a:solidFill>
              <a:latin typeface="Arial"/>
              <a:ea typeface="微软雅黑"/>
              <a:cs typeface="Times New Roman" panose="02020603050405020304" pitchFamily="18" charset="0"/>
              <a:sym typeface="Arial"/>
            </a:endParaRPr>
          </a:p>
        </p:txBody>
      </p:sp>
      <p:cxnSp>
        <p:nvCxnSpPr>
          <p:cNvPr id="30" name="直接连接符 29"/>
          <p:cNvCxnSpPr>
            <a:cxnSpLocks/>
          </p:cNvCxnSpPr>
          <p:nvPr>
            <p:custDataLst>
              <p:tags r:id="rId2"/>
            </p:custDataLst>
          </p:nvPr>
        </p:nvCxnSpPr>
        <p:spPr>
          <a:xfrm>
            <a:off x="4269095" y="3974767"/>
            <a:ext cx="7186590" cy="0"/>
          </a:xfrm>
          <a:prstGeom prst="line">
            <a:avLst/>
          </a:prstGeom>
          <a:ln w="12700">
            <a:solidFill>
              <a:schemeClr val="tx1">
                <a:lumMod val="20000"/>
                <a:lumOff val="80000"/>
              </a:schemeClr>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32" name="矩形 31"/>
          <p:cNvSpPr/>
          <p:nvPr/>
        </p:nvSpPr>
        <p:spPr>
          <a:xfrm>
            <a:off x="4068748" y="2643919"/>
            <a:ext cx="7587283" cy="1015663"/>
          </a:xfrm>
          <a:prstGeom prst="rect">
            <a:avLst/>
          </a:prstGeom>
        </p:spPr>
        <p:txBody>
          <a:bodyPr wrap="square" lIns="0" tIns="0" rIns="0" bIns="0">
            <a:spAutoFit/>
          </a:bodyPr>
          <a:lstStyle/>
          <a:p>
            <a:pPr algn="ctr">
              <a:spcBef>
                <a:spcPct val="20000"/>
              </a:spcBef>
              <a:buClr>
                <a:schemeClr val="hlink"/>
              </a:buClr>
              <a:buSzPct val="65000"/>
            </a:pPr>
            <a:r>
              <a:rPr lang="zh-CN" altLang="en-US" sz="6600" b="1" dirty="0">
                <a:solidFill>
                  <a:srgbClr val="314865"/>
                </a:solidFill>
                <a:effectLst>
                  <a:innerShdw blurRad="63500" dist="50800" dir="13500000">
                    <a:prstClr val="black">
                      <a:alpha val="50000"/>
                    </a:prstClr>
                  </a:innerShdw>
                </a:effectLst>
                <a:latin typeface="Arial"/>
                <a:ea typeface="微软雅黑"/>
                <a:sym typeface="Arial"/>
              </a:rPr>
              <a:t>系统功能设计</a:t>
            </a:r>
          </a:p>
        </p:txBody>
      </p:sp>
      <p:grpSp>
        <p:nvGrpSpPr>
          <p:cNvPr id="18" name="组合 17">
            <a:extLst>
              <a:ext uri="{FF2B5EF4-FFF2-40B4-BE49-F238E27FC236}">
                <a16:creationId xmlns:a16="http://schemas.microsoft.com/office/drawing/2014/main" id="{1C01247D-0162-49DD-86DF-3BC7B90EA4BC}"/>
              </a:ext>
            </a:extLst>
          </p:cNvPr>
          <p:cNvGrpSpPr/>
          <p:nvPr/>
        </p:nvGrpSpPr>
        <p:grpSpPr>
          <a:xfrm>
            <a:off x="7781759" y="937931"/>
            <a:ext cx="2758272" cy="837788"/>
            <a:chOff x="4602145" y="211015"/>
            <a:chExt cx="2758272" cy="837788"/>
          </a:xfrm>
        </p:grpSpPr>
        <p:sp>
          <p:nvSpPr>
            <p:cNvPr id="20" name="流程图: 终止 19">
              <a:extLst>
                <a:ext uri="{FF2B5EF4-FFF2-40B4-BE49-F238E27FC236}">
                  <a16:creationId xmlns:a16="http://schemas.microsoft.com/office/drawing/2014/main" id="{996E1BFB-125C-45F3-AEC3-86319D368C23}"/>
                </a:ext>
              </a:extLst>
            </p:cNvPr>
            <p:cNvSpPr/>
            <p:nvPr/>
          </p:nvSpPr>
          <p:spPr>
            <a:xfrm>
              <a:off x="5521569" y="566482"/>
              <a:ext cx="1838848" cy="482321"/>
            </a:xfrm>
            <a:prstGeom prst="flowChartTerminator">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
          <p:nvSpPr>
            <p:cNvPr id="22" name="流程图: 终止 21">
              <a:extLst>
                <a:ext uri="{FF2B5EF4-FFF2-40B4-BE49-F238E27FC236}">
                  <a16:creationId xmlns:a16="http://schemas.microsoft.com/office/drawing/2014/main" id="{DEEDD79F-D6D2-4A19-A4F3-9B156BA42CB8}"/>
                </a:ext>
              </a:extLst>
            </p:cNvPr>
            <p:cNvSpPr/>
            <p:nvPr/>
          </p:nvSpPr>
          <p:spPr>
            <a:xfrm>
              <a:off x="4602145" y="211015"/>
              <a:ext cx="1838848" cy="482321"/>
            </a:xfrm>
            <a:prstGeom prst="flowChartTerminator">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
          <p:nvSpPr>
            <p:cNvPr id="23" name="流程图: 终止 22">
              <a:extLst>
                <a:ext uri="{FF2B5EF4-FFF2-40B4-BE49-F238E27FC236}">
                  <a16:creationId xmlns:a16="http://schemas.microsoft.com/office/drawing/2014/main" id="{5C74AD11-2929-4A85-9085-AB225DDC1B5C}"/>
                </a:ext>
              </a:extLst>
            </p:cNvPr>
            <p:cNvSpPr/>
            <p:nvPr/>
          </p:nvSpPr>
          <p:spPr>
            <a:xfrm>
              <a:off x="5521569" y="526200"/>
              <a:ext cx="1838848" cy="482321"/>
            </a:xfrm>
            <a:prstGeom prst="flowChartTermina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grpSp>
      <p:sp>
        <p:nvSpPr>
          <p:cNvPr id="24" name="矩形 23">
            <a:extLst>
              <a:ext uri="{FF2B5EF4-FFF2-40B4-BE49-F238E27FC236}">
                <a16:creationId xmlns:a16="http://schemas.microsoft.com/office/drawing/2014/main" id="{C73ADF1F-38EF-435B-AFE8-407670BA2596}"/>
              </a:ext>
            </a:extLst>
          </p:cNvPr>
          <p:cNvSpPr/>
          <p:nvPr/>
        </p:nvSpPr>
        <p:spPr>
          <a:xfrm>
            <a:off x="1056625" y="-1"/>
            <a:ext cx="2247543" cy="1775719"/>
          </a:xfrm>
          <a:prstGeom prst="rect">
            <a:avLst/>
          </a:prstGeom>
          <a:solidFill>
            <a:srgbClr val="3148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
        <p:nvSpPr>
          <p:cNvPr id="25" name="矩形 24">
            <a:extLst>
              <a:ext uri="{FF2B5EF4-FFF2-40B4-BE49-F238E27FC236}">
                <a16:creationId xmlns:a16="http://schemas.microsoft.com/office/drawing/2014/main" id="{65033491-2A2E-4558-B98A-7C1EC7A94119}"/>
              </a:ext>
            </a:extLst>
          </p:cNvPr>
          <p:cNvSpPr/>
          <p:nvPr/>
        </p:nvSpPr>
        <p:spPr>
          <a:xfrm>
            <a:off x="1056625" y="4913832"/>
            <a:ext cx="2247543" cy="1944168"/>
          </a:xfrm>
          <a:prstGeom prst="rect">
            <a:avLst/>
          </a:prstGeom>
          <a:solidFill>
            <a:srgbClr val="3148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Tree>
    <p:extLst>
      <p:ext uri="{BB962C8B-B14F-4D97-AF65-F5344CB8AC3E}">
        <p14:creationId xmlns:p14="http://schemas.microsoft.com/office/powerpoint/2010/main" val="86954253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500" fill="hold"/>
                                            <p:tgtEl>
                                              <p:spTgt spid="24"/>
                                            </p:tgtEl>
                                            <p:attrNameLst>
                                              <p:attrName>ppt_x</p:attrName>
                                            </p:attrNameLst>
                                          </p:cBhvr>
                                          <p:tavLst>
                                            <p:tav tm="0">
                                              <p:val>
                                                <p:strVal val="#ppt_x"/>
                                              </p:val>
                                            </p:tav>
                                            <p:tav tm="100000">
                                              <p:val>
                                                <p:strVal val="#ppt_x"/>
                                              </p:val>
                                            </p:tav>
                                          </p:tavLst>
                                        </p:anim>
                                        <p:anim calcmode="lin" valueType="num">
                                          <p:cBhvr additive="base">
                                            <p:cTn id="8" dur="500" fill="hold"/>
                                            <p:tgtEl>
                                              <p:spTgt spid="24"/>
                                            </p:tgtEl>
                                            <p:attrNameLst>
                                              <p:attrName>ppt_y</p:attrName>
                                            </p:attrNameLst>
                                          </p:cBhvr>
                                          <p:tavLst>
                                            <p:tav tm="0">
                                              <p:val>
                                                <p:strVal val="0-#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5"/>
                                            </p:tgtEl>
                                            <p:attrNameLst>
                                              <p:attrName>style.visibility</p:attrName>
                                            </p:attrNameLst>
                                          </p:cBhvr>
                                          <p:to>
                                            <p:strVal val="visible"/>
                                          </p:to>
                                        </p:set>
                                        <p:anim calcmode="lin" valueType="num">
                                          <p:cBhvr additive="base">
                                            <p:cTn id="11" dur="500" fill="hold"/>
                                            <p:tgtEl>
                                              <p:spTgt spid="25"/>
                                            </p:tgtEl>
                                            <p:attrNameLst>
                                              <p:attrName>ppt_x</p:attrName>
                                            </p:attrNameLst>
                                          </p:cBhvr>
                                          <p:tavLst>
                                            <p:tav tm="0">
                                              <p:val>
                                                <p:strVal val="#ppt_x"/>
                                              </p:val>
                                            </p:tav>
                                            <p:tav tm="100000">
                                              <p:val>
                                                <p:strVal val="#ppt_x"/>
                                              </p:val>
                                            </p:tav>
                                          </p:tavLst>
                                        </p:anim>
                                        <p:anim calcmode="lin" valueType="num">
                                          <p:cBhvr additive="base">
                                            <p:cTn id="12" dur="500" fill="hold"/>
                                            <p:tgtEl>
                                              <p:spTgt spid="25"/>
                                            </p:tgtEl>
                                            <p:attrNameLst>
                                              <p:attrName>ppt_y</p:attrName>
                                            </p:attrNameLst>
                                          </p:cBhvr>
                                          <p:tavLst>
                                            <p:tav tm="0">
                                              <p:val>
                                                <p:strVal val="1+#ppt_h/2"/>
                                              </p:val>
                                            </p:tav>
                                            <p:tav tm="100000">
                                              <p:val>
                                                <p:strVal val="#ppt_y"/>
                                              </p:val>
                                            </p:tav>
                                          </p:tavLst>
                                        </p:anim>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26"/>
                                            </p:tgtEl>
                                            <p:attrNameLst>
                                              <p:attrName>style.visibility</p:attrName>
                                            </p:attrNameLst>
                                          </p:cBhvr>
                                          <p:to>
                                            <p:strVal val="visible"/>
                                          </p:to>
                                        </p:set>
                                        <p:animEffect transition="in" filter="fade">
                                          <p:cBhvr>
                                            <p:cTn id="16" dur="500"/>
                                            <p:tgtEl>
                                              <p:spTgt spid="26"/>
                                            </p:tgtEl>
                                          </p:cBhvr>
                                        </p:animEffect>
                                      </p:childTnLst>
                                    </p:cTn>
                                  </p:par>
                                </p:childTnLst>
                              </p:cTn>
                            </p:par>
                            <p:par>
                              <p:cTn id="17" fill="hold">
                                <p:stCondLst>
                                  <p:cond delay="1000"/>
                                </p:stCondLst>
                                <p:childTnLst>
                                  <p:par>
                                    <p:cTn id="18" presetID="2" presetClass="entr" presetSubtype="2" fill="hold" nodeType="afterEffect" p14:presetBounceEnd="60000">
                                      <p:stCondLst>
                                        <p:cond delay="0"/>
                                      </p:stCondLst>
                                      <p:childTnLst>
                                        <p:set>
                                          <p:cBhvr>
                                            <p:cTn id="19" dur="1" fill="hold">
                                              <p:stCondLst>
                                                <p:cond delay="0"/>
                                              </p:stCondLst>
                                            </p:cTn>
                                            <p:tgtEl>
                                              <p:spTgt spid="18"/>
                                            </p:tgtEl>
                                            <p:attrNameLst>
                                              <p:attrName>style.visibility</p:attrName>
                                            </p:attrNameLst>
                                          </p:cBhvr>
                                          <p:to>
                                            <p:strVal val="visible"/>
                                          </p:to>
                                        </p:set>
                                        <p:anim calcmode="lin" valueType="num" p14:bounceEnd="60000">
                                          <p:cBhvr additive="base">
                                            <p:cTn id="20" dur="500" fill="hold"/>
                                            <p:tgtEl>
                                              <p:spTgt spid="18"/>
                                            </p:tgtEl>
                                            <p:attrNameLst>
                                              <p:attrName>ppt_x</p:attrName>
                                            </p:attrNameLst>
                                          </p:cBhvr>
                                          <p:tavLst>
                                            <p:tav tm="0">
                                              <p:val>
                                                <p:strVal val="1+#ppt_w/2"/>
                                              </p:val>
                                            </p:tav>
                                            <p:tav tm="100000">
                                              <p:val>
                                                <p:strVal val="#ppt_x"/>
                                              </p:val>
                                            </p:tav>
                                          </p:tavLst>
                                        </p:anim>
                                        <p:anim calcmode="lin" valueType="num" p14:bounceEnd="60000">
                                          <p:cBhvr additive="base">
                                            <p:cTn id="21" dur="500" fill="hold"/>
                                            <p:tgtEl>
                                              <p:spTgt spid="18"/>
                                            </p:tgtEl>
                                            <p:attrNameLst>
                                              <p:attrName>ppt_y</p:attrName>
                                            </p:attrNameLst>
                                          </p:cBhvr>
                                          <p:tavLst>
                                            <p:tav tm="0">
                                              <p:val>
                                                <p:strVal val="#ppt_y"/>
                                              </p:val>
                                            </p:tav>
                                            <p:tav tm="100000">
                                              <p:val>
                                                <p:strVal val="#ppt_y"/>
                                              </p:val>
                                            </p:tav>
                                          </p:tavLst>
                                        </p:anim>
                                      </p:childTnLst>
                                    </p:cTn>
                                  </p:par>
                                </p:childTnLst>
                              </p:cTn>
                            </p:par>
                            <p:par>
                              <p:cTn id="22" fill="hold">
                                <p:stCondLst>
                                  <p:cond delay="1500"/>
                                </p:stCondLst>
                                <p:childTnLst>
                                  <p:par>
                                    <p:cTn id="23" presetID="2" presetClass="entr" presetSubtype="1" fill="hold" grpId="0" nodeType="afterEffect">
                                      <p:stCondLst>
                                        <p:cond delay="0"/>
                                      </p:stCondLst>
                                      <p:childTnLst>
                                        <p:set>
                                          <p:cBhvr>
                                            <p:cTn id="24" dur="1" fill="hold">
                                              <p:stCondLst>
                                                <p:cond delay="0"/>
                                              </p:stCondLst>
                                            </p:cTn>
                                            <p:tgtEl>
                                              <p:spTgt spid="32"/>
                                            </p:tgtEl>
                                            <p:attrNameLst>
                                              <p:attrName>style.visibility</p:attrName>
                                            </p:attrNameLst>
                                          </p:cBhvr>
                                          <p:to>
                                            <p:strVal val="visible"/>
                                          </p:to>
                                        </p:set>
                                        <p:anim calcmode="lin" valueType="num">
                                          <p:cBhvr additive="base">
                                            <p:cTn id="25" dur="500" fill="hold"/>
                                            <p:tgtEl>
                                              <p:spTgt spid="32"/>
                                            </p:tgtEl>
                                            <p:attrNameLst>
                                              <p:attrName>ppt_x</p:attrName>
                                            </p:attrNameLst>
                                          </p:cBhvr>
                                          <p:tavLst>
                                            <p:tav tm="0">
                                              <p:val>
                                                <p:strVal val="#ppt_x"/>
                                              </p:val>
                                            </p:tav>
                                            <p:tav tm="100000">
                                              <p:val>
                                                <p:strVal val="#ppt_x"/>
                                              </p:val>
                                            </p:tav>
                                          </p:tavLst>
                                        </p:anim>
                                        <p:anim calcmode="lin" valueType="num">
                                          <p:cBhvr additive="base">
                                            <p:cTn id="26" dur="500" fill="hold"/>
                                            <p:tgtEl>
                                              <p:spTgt spid="32"/>
                                            </p:tgtEl>
                                            <p:attrNameLst>
                                              <p:attrName>ppt_y</p:attrName>
                                            </p:attrNameLst>
                                          </p:cBhvr>
                                          <p:tavLst>
                                            <p:tav tm="0">
                                              <p:val>
                                                <p:strVal val="0-#ppt_h/2"/>
                                              </p:val>
                                            </p:tav>
                                            <p:tav tm="100000">
                                              <p:val>
                                                <p:strVal val="#ppt_y"/>
                                              </p:val>
                                            </p:tav>
                                          </p:tavLst>
                                        </p:anim>
                                      </p:childTnLst>
                                    </p:cTn>
                                  </p:par>
                                </p:childTnLst>
                              </p:cTn>
                            </p:par>
                            <p:par>
                              <p:cTn id="27" fill="hold">
                                <p:stCondLst>
                                  <p:cond delay="2000"/>
                                </p:stCondLst>
                                <p:childTnLst>
                                  <p:par>
                                    <p:cTn id="28" presetID="16" presetClass="entr" presetSubtype="21" fill="hold" nodeType="afterEffect">
                                      <p:stCondLst>
                                        <p:cond delay="0"/>
                                      </p:stCondLst>
                                      <p:childTnLst>
                                        <p:set>
                                          <p:cBhvr>
                                            <p:cTn id="29" dur="1" fill="hold">
                                              <p:stCondLst>
                                                <p:cond delay="0"/>
                                              </p:stCondLst>
                                            </p:cTn>
                                            <p:tgtEl>
                                              <p:spTgt spid="30"/>
                                            </p:tgtEl>
                                            <p:attrNameLst>
                                              <p:attrName>style.visibility</p:attrName>
                                            </p:attrNameLst>
                                          </p:cBhvr>
                                          <p:to>
                                            <p:strVal val="visible"/>
                                          </p:to>
                                        </p:set>
                                        <p:animEffect transition="in" filter="barn(inVertical)">
                                          <p:cBhvr>
                                            <p:cTn id="30"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32" grpId="0"/>
          <p:bldP spid="24" grpId="0" animBg="1"/>
          <p:bldP spid="25"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500" fill="hold"/>
                                            <p:tgtEl>
                                              <p:spTgt spid="24"/>
                                            </p:tgtEl>
                                            <p:attrNameLst>
                                              <p:attrName>ppt_x</p:attrName>
                                            </p:attrNameLst>
                                          </p:cBhvr>
                                          <p:tavLst>
                                            <p:tav tm="0">
                                              <p:val>
                                                <p:strVal val="#ppt_x"/>
                                              </p:val>
                                            </p:tav>
                                            <p:tav tm="100000">
                                              <p:val>
                                                <p:strVal val="#ppt_x"/>
                                              </p:val>
                                            </p:tav>
                                          </p:tavLst>
                                        </p:anim>
                                        <p:anim calcmode="lin" valueType="num">
                                          <p:cBhvr additive="base">
                                            <p:cTn id="8" dur="500" fill="hold"/>
                                            <p:tgtEl>
                                              <p:spTgt spid="24"/>
                                            </p:tgtEl>
                                            <p:attrNameLst>
                                              <p:attrName>ppt_y</p:attrName>
                                            </p:attrNameLst>
                                          </p:cBhvr>
                                          <p:tavLst>
                                            <p:tav tm="0">
                                              <p:val>
                                                <p:strVal val="0-#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5"/>
                                            </p:tgtEl>
                                            <p:attrNameLst>
                                              <p:attrName>style.visibility</p:attrName>
                                            </p:attrNameLst>
                                          </p:cBhvr>
                                          <p:to>
                                            <p:strVal val="visible"/>
                                          </p:to>
                                        </p:set>
                                        <p:anim calcmode="lin" valueType="num">
                                          <p:cBhvr additive="base">
                                            <p:cTn id="11" dur="500" fill="hold"/>
                                            <p:tgtEl>
                                              <p:spTgt spid="25"/>
                                            </p:tgtEl>
                                            <p:attrNameLst>
                                              <p:attrName>ppt_x</p:attrName>
                                            </p:attrNameLst>
                                          </p:cBhvr>
                                          <p:tavLst>
                                            <p:tav tm="0">
                                              <p:val>
                                                <p:strVal val="#ppt_x"/>
                                              </p:val>
                                            </p:tav>
                                            <p:tav tm="100000">
                                              <p:val>
                                                <p:strVal val="#ppt_x"/>
                                              </p:val>
                                            </p:tav>
                                          </p:tavLst>
                                        </p:anim>
                                        <p:anim calcmode="lin" valueType="num">
                                          <p:cBhvr additive="base">
                                            <p:cTn id="12" dur="500" fill="hold"/>
                                            <p:tgtEl>
                                              <p:spTgt spid="25"/>
                                            </p:tgtEl>
                                            <p:attrNameLst>
                                              <p:attrName>ppt_y</p:attrName>
                                            </p:attrNameLst>
                                          </p:cBhvr>
                                          <p:tavLst>
                                            <p:tav tm="0">
                                              <p:val>
                                                <p:strVal val="1+#ppt_h/2"/>
                                              </p:val>
                                            </p:tav>
                                            <p:tav tm="100000">
                                              <p:val>
                                                <p:strVal val="#ppt_y"/>
                                              </p:val>
                                            </p:tav>
                                          </p:tavLst>
                                        </p:anim>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26"/>
                                            </p:tgtEl>
                                            <p:attrNameLst>
                                              <p:attrName>style.visibility</p:attrName>
                                            </p:attrNameLst>
                                          </p:cBhvr>
                                          <p:to>
                                            <p:strVal val="visible"/>
                                          </p:to>
                                        </p:set>
                                        <p:animEffect transition="in" filter="fade">
                                          <p:cBhvr>
                                            <p:cTn id="16" dur="500"/>
                                            <p:tgtEl>
                                              <p:spTgt spid="26"/>
                                            </p:tgtEl>
                                          </p:cBhvr>
                                        </p:animEffect>
                                      </p:childTnLst>
                                    </p:cTn>
                                  </p:par>
                                </p:childTnLst>
                              </p:cTn>
                            </p:par>
                            <p:par>
                              <p:cTn id="17" fill="hold">
                                <p:stCondLst>
                                  <p:cond delay="1000"/>
                                </p:stCondLst>
                                <p:childTnLst>
                                  <p:par>
                                    <p:cTn id="18" presetID="2" presetClass="entr" presetSubtype="2" fill="hold" nodeType="afterEffect">
                                      <p:stCondLst>
                                        <p:cond delay="0"/>
                                      </p:stCondLst>
                                      <p:childTnLst>
                                        <p:set>
                                          <p:cBhvr>
                                            <p:cTn id="19" dur="1" fill="hold">
                                              <p:stCondLst>
                                                <p:cond delay="0"/>
                                              </p:stCondLst>
                                            </p:cTn>
                                            <p:tgtEl>
                                              <p:spTgt spid="18"/>
                                            </p:tgtEl>
                                            <p:attrNameLst>
                                              <p:attrName>style.visibility</p:attrName>
                                            </p:attrNameLst>
                                          </p:cBhvr>
                                          <p:to>
                                            <p:strVal val="visible"/>
                                          </p:to>
                                        </p:set>
                                        <p:anim calcmode="lin" valueType="num">
                                          <p:cBhvr additive="base">
                                            <p:cTn id="20" dur="500" fill="hold"/>
                                            <p:tgtEl>
                                              <p:spTgt spid="18"/>
                                            </p:tgtEl>
                                            <p:attrNameLst>
                                              <p:attrName>ppt_x</p:attrName>
                                            </p:attrNameLst>
                                          </p:cBhvr>
                                          <p:tavLst>
                                            <p:tav tm="0">
                                              <p:val>
                                                <p:strVal val="1+#ppt_w/2"/>
                                              </p:val>
                                            </p:tav>
                                            <p:tav tm="100000">
                                              <p:val>
                                                <p:strVal val="#ppt_x"/>
                                              </p:val>
                                            </p:tav>
                                          </p:tavLst>
                                        </p:anim>
                                        <p:anim calcmode="lin" valueType="num">
                                          <p:cBhvr additive="base">
                                            <p:cTn id="21" dur="500" fill="hold"/>
                                            <p:tgtEl>
                                              <p:spTgt spid="18"/>
                                            </p:tgtEl>
                                            <p:attrNameLst>
                                              <p:attrName>ppt_y</p:attrName>
                                            </p:attrNameLst>
                                          </p:cBhvr>
                                          <p:tavLst>
                                            <p:tav tm="0">
                                              <p:val>
                                                <p:strVal val="#ppt_y"/>
                                              </p:val>
                                            </p:tav>
                                            <p:tav tm="100000">
                                              <p:val>
                                                <p:strVal val="#ppt_y"/>
                                              </p:val>
                                            </p:tav>
                                          </p:tavLst>
                                        </p:anim>
                                      </p:childTnLst>
                                    </p:cTn>
                                  </p:par>
                                </p:childTnLst>
                              </p:cTn>
                            </p:par>
                            <p:par>
                              <p:cTn id="22" fill="hold">
                                <p:stCondLst>
                                  <p:cond delay="1500"/>
                                </p:stCondLst>
                                <p:childTnLst>
                                  <p:par>
                                    <p:cTn id="23" presetID="2" presetClass="entr" presetSubtype="1" fill="hold" grpId="0" nodeType="afterEffect">
                                      <p:stCondLst>
                                        <p:cond delay="0"/>
                                      </p:stCondLst>
                                      <p:childTnLst>
                                        <p:set>
                                          <p:cBhvr>
                                            <p:cTn id="24" dur="1" fill="hold">
                                              <p:stCondLst>
                                                <p:cond delay="0"/>
                                              </p:stCondLst>
                                            </p:cTn>
                                            <p:tgtEl>
                                              <p:spTgt spid="32"/>
                                            </p:tgtEl>
                                            <p:attrNameLst>
                                              <p:attrName>style.visibility</p:attrName>
                                            </p:attrNameLst>
                                          </p:cBhvr>
                                          <p:to>
                                            <p:strVal val="visible"/>
                                          </p:to>
                                        </p:set>
                                        <p:anim calcmode="lin" valueType="num">
                                          <p:cBhvr additive="base">
                                            <p:cTn id="25" dur="500" fill="hold"/>
                                            <p:tgtEl>
                                              <p:spTgt spid="32"/>
                                            </p:tgtEl>
                                            <p:attrNameLst>
                                              <p:attrName>ppt_x</p:attrName>
                                            </p:attrNameLst>
                                          </p:cBhvr>
                                          <p:tavLst>
                                            <p:tav tm="0">
                                              <p:val>
                                                <p:strVal val="#ppt_x"/>
                                              </p:val>
                                            </p:tav>
                                            <p:tav tm="100000">
                                              <p:val>
                                                <p:strVal val="#ppt_x"/>
                                              </p:val>
                                            </p:tav>
                                          </p:tavLst>
                                        </p:anim>
                                        <p:anim calcmode="lin" valueType="num">
                                          <p:cBhvr additive="base">
                                            <p:cTn id="26" dur="500" fill="hold"/>
                                            <p:tgtEl>
                                              <p:spTgt spid="32"/>
                                            </p:tgtEl>
                                            <p:attrNameLst>
                                              <p:attrName>ppt_y</p:attrName>
                                            </p:attrNameLst>
                                          </p:cBhvr>
                                          <p:tavLst>
                                            <p:tav tm="0">
                                              <p:val>
                                                <p:strVal val="0-#ppt_h/2"/>
                                              </p:val>
                                            </p:tav>
                                            <p:tav tm="100000">
                                              <p:val>
                                                <p:strVal val="#ppt_y"/>
                                              </p:val>
                                            </p:tav>
                                          </p:tavLst>
                                        </p:anim>
                                      </p:childTnLst>
                                    </p:cTn>
                                  </p:par>
                                </p:childTnLst>
                              </p:cTn>
                            </p:par>
                            <p:par>
                              <p:cTn id="27" fill="hold">
                                <p:stCondLst>
                                  <p:cond delay="2000"/>
                                </p:stCondLst>
                                <p:childTnLst>
                                  <p:par>
                                    <p:cTn id="28" presetID="16" presetClass="entr" presetSubtype="21" fill="hold" nodeType="afterEffect">
                                      <p:stCondLst>
                                        <p:cond delay="0"/>
                                      </p:stCondLst>
                                      <p:childTnLst>
                                        <p:set>
                                          <p:cBhvr>
                                            <p:cTn id="29" dur="1" fill="hold">
                                              <p:stCondLst>
                                                <p:cond delay="0"/>
                                              </p:stCondLst>
                                            </p:cTn>
                                            <p:tgtEl>
                                              <p:spTgt spid="30"/>
                                            </p:tgtEl>
                                            <p:attrNameLst>
                                              <p:attrName>style.visibility</p:attrName>
                                            </p:attrNameLst>
                                          </p:cBhvr>
                                          <p:to>
                                            <p:strVal val="visible"/>
                                          </p:to>
                                        </p:set>
                                        <p:animEffect transition="in" filter="barn(inVertical)">
                                          <p:cBhvr>
                                            <p:cTn id="30"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32" grpId="0"/>
          <p:bldP spid="24" grpId="0" animBg="1"/>
          <p:bldP spid="25" grpId="0" animBg="1"/>
        </p:bldLst>
      </p:timing>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文本框 34">
            <a:extLst>
              <a:ext uri="{FF2B5EF4-FFF2-40B4-BE49-F238E27FC236}">
                <a16:creationId xmlns:a16="http://schemas.microsoft.com/office/drawing/2014/main" id="{0C025DF2-33BF-4666-A522-B44F2D4999E0}"/>
              </a:ext>
            </a:extLst>
          </p:cNvPr>
          <p:cNvSpPr txBox="1"/>
          <p:nvPr/>
        </p:nvSpPr>
        <p:spPr>
          <a:xfrm>
            <a:off x="698040" y="690937"/>
            <a:ext cx="10142776" cy="3599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defPPr>
              <a:defRPr lang="zh-CN"/>
            </a:defPPr>
            <a:lvl1pPr>
              <a:lnSpc>
                <a:spcPct val="120000"/>
              </a:lnSpc>
              <a:buFont typeface="Arial" charset="0"/>
              <a:buNone/>
              <a:defRPr sz="1400">
                <a:solidFill>
                  <a:schemeClr val="tx2">
                    <a:lumMod val="75000"/>
                  </a:schemeClr>
                </a:solidFill>
                <a:latin typeface="+mn-lt"/>
                <a:ea typeface="+mn-ea"/>
                <a:cs typeface="+mn-ea"/>
              </a:defRPr>
            </a:lvl1pPr>
            <a:lvl2pPr marL="742950" indent="-285750">
              <a:spcBef>
                <a:spcPct val="20000"/>
              </a:spcBef>
              <a:buFont typeface="Arial" charset="0"/>
              <a:buChar char="–"/>
              <a:defRPr sz="2800">
                <a:latin typeface="微软雅黑" pitchFamily="34" charset="-122"/>
                <a:ea typeface="微软雅黑" pitchFamily="34" charset="-122"/>
              </a:defRPr>
            </a:lvl2pPr>
            <a:lvl3pPr marL="1143000" indent="-228600">
              <a:spcBef>
                <a:spcPct val="20000"/>
              </a:spcBef>
              <a:buFont typeface="Arial" charset="0"/>
              <a:buChar char="•"/>
              <a:defRPr sz="2400">
                <a:latin typeface="微软雅黑" pitchFamily="34" charset="-122"/>
                <a:ea typeface="微软雅黑" pitchFamily="34" charset="-122"/>
              </a:defRPr>
            </a:lvl3pPr>
            <a:lvl4pPr marL="1600200" indent="-228600">
              <a:spcBef>
                <a:spcPct val="20000"/>
              </a:spcBef>
              <a:buFont typeface="Arial" charset="0"/>
              <a:buChar char="–"/>
              <a:defRPr sz="2000">
                <a:latin typeface="微软雅黑" pitchFamily="34" charset="-122"/>
                <a:ea typeface="微软雅黑" pitchFamily="34" charset="-122"/>
              </a:defRPr>
            </a:lvl4pPr>
            <a:lvl5pPr marL="2057400" indent="-228600">
              <a:spcBef>
                <a:spcPct val="20000"/>
              </a:spcBef>
              <a:buFont typeface="Arial" charset="0"/>
              <a:buChar char="»"/>
              <a:defRPr sz="2000">
                <a:latin typeface="微软雅黑" pitchFamily="34" charset="-122"/>
                <a:ea typeface="微软雅黑" pitchFamily="34" charset="-122"/>
              </a:defRPr>
            </a:lvl5pPr>
            <a:lvl6pPr marL="2514600" indent="-228600" eaLnBrk="0" fontAlgn="base" hangingPunct="0">
              <a:spcBef>
                <a:spcPct val="20000"/>
              </a:spcBef>
              <a:spcAft>
                <a:spcPct val="0"/>
              </a:spcAft>
              <a:buFont typeface="Arial" charset="0"/>
              <a:buChar char="»"/>
              <a:defRPr sz="2000">
                <a:latin typeface="微软雅黑" pitchFamily="34" charset="-122"/>
                <a:ea typeface="微软雅黑" pitchFamily="34" charset="-122"/>
              </a:defRPr>
            </a:lvl6pPr>
            <a:lvl7pPr marL="2971800" indent="-228600" eaLnBrk="0" fontAlgn="base" hangingPunct="0">
              <a:spcBef>
                <a:spcPct val="20000"/>
              </a:spcBef>
              <a:spcAft>
                <a:spcPct val="0"/>
              </a:spcAft>
              <a:buFont typeface="Arial" charset="0"/>
              <a:buChar char="»"/>
              <a:defRPr sz="2000">
                <a:latin typeface="微软雅黑" pitchFamily="34" charset="-122"/>
                <a:ea typeface="微软雅黑" pitchFamily="34" charset="-122"/>
              </a:defRPr>
            </a:lvl7pPr>
            <a:lvl8pPr marL="3429000" indent="-228600" eaLnBrk="0" fontAlgn="base" hangingPunct="0">
              <a:spcBef>
                <a:spcPct val="20000"/>
              </a:spcBef>
              <a:spcAft>
                <a:spcPct val="0"/>
              </a:spcAft>
              <a:buFont typeface="Arial" charset="0"/>
              <a:buChar char="»"/>
              <a:defRPr sz="2000">
                <a:latin typeface="微软雅黑" pitchFamily="34" charset="-122"/>
                <a:ea typeface="微软雅黑" pitchFamily="34" charset="-122"/>
              </a:defRPr>
            </a:lvl8pPr>
            <a:lvl9pPr marL="3886200" indent="-228600" eaLnBrk="0" fontAlgn="base" hangingPunct="0">
              <a:spcBef>
                <a:spcPct val="20000"/>
              </a:spcBef>
              <a:spcAft>
                <a:spcPct val="0"/>
              </a:spcAft>
              <a:buFont typeface="Arial" charset="0"/>
              <a:buChar char="»"/>
              <a:defRPr sz="2000">
                <a:latin typeface="微软雅黑" pitchFamily="34" charset="-122"/>
                <a:ea typeface="微软雅黑" pitchFamily="34" charset="-122"/>
              </a:defRPr>
            </a:lvl9pPr>
          </a:lstStyle>
          <a:p>
            <a:r>
              <a:rPr lang="en-US" altLang="zh-CN" sz="2400" dirty="0">
                <a:solidFill>
                  <a:srgbClr val="314865"/>
                </a:solidFill>
                <a:latin typeface="Arial"/>
                <a:sym typeface="Arial"/>
              </a:rPr>
              <a:t>1.</a:t>
            </a:r>
            <a:r>
              <a:rPr lang="zh-CN" altLang="en-US" sz="2400" dirty="0">
                <a:solidFill>
                  <a:srgbClr val="314865"/>
                </a:solidFill>
                <a:latin typeface="Arial"/>
                <a:sym typeface="Arial"/>
              </a:rPr>
              <a:t>系统功能划分</a:t>
            </a:r>
            <a:endParaRPr lang="en-US" altLang="zh-CN" sz="2400" dirty="0">
              <a:solidFill>
                <a:srgbClr val="314865"/>
              </a:solidFill>
              <a:latin typeface="Arial"/>
              <a:sym typeface="Arial"/>
            </a:endParaRPr>
          </a:p>
          <a:p>
            <a:endParaRPr lang="zh-CN" altLang="en-US" sz="2400" dirty="0">
              <a:solidFill>
                <a:srgbClr val="314865"/>
              </a:solidFill>
              <a:latin typeface="Arial"/>
              <a:sym typeface="Arial"/>
            </a:endParaRPr>
          </a:p>
          <a:p>
            <a:pPr algn="just"/>
            <a:r>
              <a:rPr lang="zh-CN" altLang="en-US" sz="2000" dirty="0">
                <a:solidFill>
                  <a:srgbClr val="314865"/>
                </a:solidFill>
                <a:latin typeface="Arial"/>
                <a:sym typeface="Arial"/>
              </a:rPr>
              <a:t>系统分为前台和后台。</a:t>
            </a:r>
            <a:endParaRPr lang="en-US" altLang="zh-CN" sz="2000" dirty="0">
              <a:solidFill>
                <a:srgbClr val="314865"/>
              </a:solidFill>
              <a:latin typeface="Arial"/>
              <a:sym typeface="Arial"/>
            </a:endParaRPr>
          </a:p>
          <a:p>
            <a:pPr algn="just"/>
            <a:endParaRPr lang="en-US" altLang="zh-CN" sz="2000" dirty="0">
              <a:solidFill>
                <a:srgbClr val="314865"/>
              </a:solidFill>
              <a:latin typeface="Arial"/>
              <a:sym typeface="Arial"/>
            </a:endParaRPr>
          </a:p>
          <a:p>
            <a:pPr algn="just"/>
            <a:r>
              <a:rPr lang="zh-CN" altLang="en-US" sz="2000" dirty="0">
                <a:solidFill>
                  <a:srgbClr val="314865"/>
                </a:solidFill>
                <a:latin typeface="Arial"/>
                <a:sym typeface="Arial"/>
              </a:rPr>
              <a:t>前台面向用户，主要实现了用户注册、用户登录、个人中心、产品搜索、购物车、下订单、购买支付、评价、退货等主要功能，这些功能可以满足用户的基本购物操作。</a:t>
            </a:r>
            <a:endParaRPr lang="en-US" altLang="zh-CN" sz="2000" dirty="0">
              <a:solidFill>
                <a:srgbClr val="314865"/>
              </a:solidFill>
              <a:latin typeface="Arial"/>
              <a:sym typeface="Arial"/>
            </a:endParaRPr>
          </a:p>
          <a:p>
            <a:pPr algn="just"/>
            <a:endParaRPr lang="en-US" altLang="zh-CN" sz="2000" dirty="0">
              <a:solidFill>
                <a:srgbClr val="314865"/>
              </a:solidFill>
              <a:latin typeface="Arial"/>
              <a:sym typeface="Arial"/>
            </a:endParaRPr>
          </a:p>
          <a:p>
            <a:pPr algn="just"/>
            <a:r>
              <a:rPr lang="zh-CN" altLang="en-US" sz="2000" dirty="0">
                <a:solidFill>
                  <a:srgbClr val="314865"/>
                </a:solidFill>
                <a:latin typeface="Arial"/>
                <a:sym typeface="Arial"/>
              </a:rPr>
              <a:t>后台功能面向管理人员，主要实现了产品分类管理、产品管理、订单管理、退货管理、账户中心等主要功能，这些功能是管理员才能够进行使用的</a:t>
            </a:r>
            <a:r>
              <a:rPr lang="zh-CN" altLang="en-US" sz="2400" dirty="0">
                <a:solidFill>
                  <a:srgbClr val="314865"/>
                </a:solidFill>
                <a:latin typeface="Arial"/>
                <a:sym typeface="Arial"/>
              </a:rPr>
              <a:t>。</a:t>
            </a:r>
            <a:endParaRPr lang="en-US" altLang="zh-CN" sz="2400" dirty="0">
              <a:solidFill>
                <a:srgbClr val="314865"/>
              </a:solidFill>
              <a:latin typeface="Arial"/>
              <a:ea typeface="微软雅黑"/>
              <a:sym typeface="Arial"/>
            </a:endParaRPr>
          </a:p>
        </p:txBody>
      </p:sp>
      <p:grpSp>
        <p:nvGrpSpPr>
          <p:cNvPr id="42" name="组合 41">
            <a:extLst>
              <a:ext uri="{FF2B5EF4-FFF2-40B4-BE49-F238E27FC236}">
                <a16:creationId xmlns:a16="http://schemas.microsoft.com/office/drawing/2014/main" id="{1ABEDB34-8D7D-4F95-B061-3F80AAFBFA77}"/>
              </a:ext>
            </a:extLst>
          </p:cNvPr>
          <p:cNvGrpSpPr/>
          <p:nvPr/>
        </p:nvGrpSpPr>
        <p:grpSpPr>
          <a:xfrm>
            <a:off x="164616" y="178180"/>
            <a:ext cx="2804616" cy="368580"/>
            <a:chOff x="164616" y="178180"/>
            <a:chExt cx="2804616" cy="368580"/>
          </a:xfrm>
        </p:grpSpPr>
        <p:cxnSp>
          <p:nvCxnSpPr>
            <p:cNvPr id="43" name="直接连接符 42">
              <a:extLst>
                <a:ext uri="{FF2B5EF4-FFF2-40B4-BE49-F238E27FC236}">
                  <a16:creationId xmlns:a16="http://schemas.microsoft.com/office/drawing/2014/main" id="{47AFA606-6701-49F4-A8BE-35A4D8A4DE05}"/>
                </a:ext>
              </a:extLst>
            </p:cNvPr>
            <p:cNvCxnSpPr>
              <a:cxnSpLocks/>
            </p:cNvCxnSpPr>
            <p:nvPr/>
          </p:nvCxnSpPr>
          <p:spPr>
            <a:xfrm flipV="1">
              <a:off x="164616" y="535956"/>
              <a:ext cx="2804616" cy="10804"/>
            </a:xfrm>
            <a:prstGeom prst="line">
              <a:avLst/>
            </a:prstGeom>
            <a:ln>
              <a:solidFill>
                <a:srgbClr val="314865"/>
              </a:solidFill>
            </a:ln>
          </p:spPr>
          <p:style>
            <a:lnRef idx="1">
              <a:schemeClr val="accent1"/>
            </a:lnRef>
            <a:fillRef idx="0">
              <a:schemeClr val="accent1"/>
            </a:fillRef>
            <a:effectRef idx="0">
              <a:schemeClr val="accent1"/>
            </a:effectRef>
            <a:fontRef idx="minor">
              <a:schemeClr val="tx1"/>
            </a:fontRef>
          </p:style>
        </p:cxnSp>
        <p:sp>
          <p:nvSpPr>
            <p:cNvPr id="44" name="文本框 43">
              <a:extLst>
                <a:ext uri="{FF2B5EF4-FFF2-40B4-BE49-F238E27FC236}">
                  <a16:creationId xmlns:a16="http://schemas.microsoft.com/office/drawing/2014/main" id="{92997A45-AA42-4E5B-8211-228C466B9130}"/>
                </a:ext>
              </a:extLst>
            </p:cNvPr>
            <p:cNvSpPr txBox="1"/>
            <p:nvPr/>
          </p:nvSpPr>
          <p:spPr>
            <a:xfrm>
              <a:off x="534486" y="178180"/>
              <a:ext cx="2434746" cy="338554"/>
            </a:xfrm>
            <a:prstGeom prst="rect">
              <a:avLst/>
            </a:prstGeom>
            <a:noFill/>
          </p:spPr>
          <p:txBody>
            <a:bodyPr wrap="square" rtlCol="0">
              <a:spAutoFit/>
            </a:bodyPr>
            <a:lstStyle/>
            <a:p>
              <a:pPr algn="ctr">
                <a:spcBef>
                  <a:spcPct val="20000"/>
                </a:spcBef>
                <a:buClr>
                  <a:schemeClr val="hlink"/>
                </a:buClr>
                <a:buSzPct val="65000"/>
              </a:pPr>
              <a:r>
                <a:rPr lang="zh-CN" altLang="en-US" sz="1600" b="1" dirty="0">
                  <a:solidFill>
                    <a:srgbClr val="314865"/>
                  </a:solidFill>
                  <a:effectLst>
                    <a:innerShdw blurRad="63500" dist="50800" dir="13500000">
                      <a:prstClr val="black">
                        <a:alpha val="50000"/>
                      </a:prstClr>
                    </a:innerShdw>
                  </a:effectLst>
                  <a:latin typeface="Arial"/>
                  <a:ea typeface="微软雅黑"/>
                  <a:sym typeface="Arial"/>
                </a:rPr>
                <a:t>系统功能设计</a:t>
              </a:r>
            </a:p>
          </p:txBody>
        </p:sp>
        <p:sp>
          <p:nvSpPr>
            <p:cNvPr id="45" name="矩形 44">
              <a:extLst>
                <a:ext uri="{FF2B5EF4-FFF2-40B4-BE49-F238E27FC236}">
                  <a16:creationId xmlns:a16="http://schemas.microsoft.com/office/drawing/2014/main" id="{C0ED3065-FF93-46E7-A78C-AF340786F025}"/>
                </a:ext>
              </a:extLst>
            </p:cNvPr>
            <p:cNvSpPr/>
            <p:nvPr/>
          </p:nvSpPr>
          <p:spPr>
            <a:xfrm>
              <a:off x="164616" y="178180"/>
              <a:ext cx="47829" cy="284416"/>
            </a:xfrm>
            <a:prstGeom prst="rect">
              <a:avLst/>
            </a:prstGeom>
            <a:solidFill>
              <a:srgbClr val="314865"/>
            </a:solidFill>
            <a:ln>
              <a:solidFill>
                <a:srgbClr val="3148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
          <p:nvSpPr>
            <p:cNvPr id="46" name="矩形 45">
              <a:extLst>
                <a:ext uri="{FF2B5EF4-FFF2-40B4-BE49-F238E27FC236}">
                  <a16:creationId xmlns:a16="http://schemas.microsoft.com/office/drawing/2014/main" id="{4F33D129-DCE0-421A-968D-70DD06CEAA65}"/>
                </a:ext>
              </a:extLst>
            </p:cNvPr>
            <p:cNvSpPr/>
            <p:nvPr/>
          </p:nvSpPr>
          <p:spPr>
            <a:xfrm>
              <a:off x="275779" y="252586"/>
              <a:ext cx="47828" cy="210010"/>
            </a:xfrm>
            <a:prstGeom prst="rect">
              <a:avLst/>
            </a:prstGeom>
            <a:solidFill>
              <a:srgbClr val="314865"/>
            </a:solidFill>
            <a:ln>
              <a:solidFill>
                <a:srgbClr val="3148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
          <p:nvSpPr>
            <p:cNvPr id="47" name="矩形 46">
              <a:extLst>
                <a:ext uri="{FF2B5EF4-FFF2-40B4-BE49-F238E27FC236}">
                  <a16:creationId xmlns:a16="http://schemas.microsoft.com/office/drawing/2014/main" id="{8B667072-A78C-44AC-80E8-23E10E8E3B9D}"/>
                </a:ext>
              </a:extLst>
            </p:cNvPr>
            <p:cNvSpPr/>
            <p:nvPr/>
          </p:nvSpPr>
          <p:spPr>
            <a:xfrm flipH="1">
              <a:off x="377808" y="320388"/>
              <a:ext cx="47827" cy="142208"/>
            </a:xfrm>
            <a:prstGeom prst="rect">
              <a:avLst/>
            </a:prstGeom>
            <a:solidFill>
              <a:srgbClr val="314865"/>
            </a:solidFill>
            <a:ln>
              <a:solidFill>
                <a:srgbClr val="3148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grpSp>
    </p:spTree>
    <p:extLst>
      <p:ext uri="{BB962C8B-B14F-4D97-AF65-F5344CB8AC3E}">
        <p14:creationId xmlns:p14="http://schemas.microsoft.com/office/powerpoint/2010/main" val="70687892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afterEffect">
                                  <p:stCondLst>
                                    <p:cond delay="0"/>
                                  </p:stCondLst>
                                  <p:childTnLst>
                                    <p:set>
                                      <p:cBhvr>
                                        <p:cTn id="6" dur="1" fill="hold">
                                          <p:stCondLst>
                                            <p:cond delay="0"/>
                                          </p:stCondLst>
                                        </p:cTn>
                                        <p:tgtEl>
                                          <p:spTgt spid="81"/>
                                        </p:tgtEl>
                                        <p:attrNameLst>
                                          <p:attrName>style.visibility</p:attrName>
                                        </p:attrNameLst>
                                      </p:cBhvr>
                                      <p:to>
                                        <p:strVal val="visible"/>
                                      </p:to>
                                    </p:set>
                                    <p:animEffect transition="in" filter="wipe(right)">
                                      <p:cBhvr>
                                        <p:cTn id="7" dur="500"/>
                                        <p:tgtEl>
                                          <p:spTgt spid="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文本框 34">
            <a:extLst>
              <a:ext uri="{FF2B5EF4-FFF2-40B4-BE49-F238E27FC236}">
                <a16:creationId xmlns:a16="http://schemas.microsoft.com/office/drawing/2014/main" id="{0C025DF2-33BF-4666-A522-B44F2D4999E0}"/>
              </a:ext>
            </a:extLst>
          </p:cNvPr>
          <p:cNvSpPr txBox="1"/>
          <p:nvPr/>
        </p:nvSpPr>
        <p:spPr>
          <a:xfrm>
            <a:off x="746249" y="727222"/>
            <a:ext cx="10142776" cy="497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defPPr>
              <a:defRPr lang="zh-CN"/>
            </a:defPPr>
            <a:lvl1pPr>
              <a:lnSpc>
                <a:spcPct val="120000"/>
              </a:lnSpc>
              <a:buFont typeface="Arial" charset="0"/>
              <a:buNone/>
              <a:defRPr sz="1400">
                <a:solidFill>
                  <a:schemeClr val="tx2">
                    <a:lumMod val="75000"/>
                  </a:schemeClr>
                </a:solidFill>
                <a:latin typeface="+mn-lt"/>
                <a:ea typeface="+mn-ea"/>
                <a:cs typeface="+mn-ea"/>
              </a:defRPr>
            </a:lvl1pPr>
            <a:lvl2pPr marL="742950" indent="-285750">
              <a:spcBef>
                <a:spcPct val="20000"/>
              </a:spcBef>
              <a:buFont typeface="Arial" charset="0"/>
              <a:buChar char="–"/>
              <a:defRPr sz="2800">
                <a:latin typeface="微软雅黑" pitchFamily="34" charset="-122"/>
                <a:ea typeface="微软雅黑" pitchFamily="34" charset="-122"/>
              </a:defRPr>
            </a:lvl2pPr>
            <a:lvl3pPr marL="1143000" indent="-228600">
              <a:spcBef>
                <a:spcPct val="20000"/>
              </a:spcBef>
              <a:buFont typeface="Arial" charset="0"/>
              <a:buChar char="•"/>
              <a:defRPr sz="2400">
                <a:latin typeface="微软雅黑" pitchFamily="34" charset="-122"/>
                <a:ea typeface="微软雅黑" pitchFamily="34" charset="-122"/>
              </a:defRPr>
            </a:lvl3pPr>
            <a:lvl4pPr marL="1600200" indent="-228600">
              <a:spcBef>
                <a:spcPct val="20000"/>
              </a:spcBef>
              <a:buFont typeface="Arial" charset="0"/>
              <a:buChar char="–"/>
              <a:defRPr sz="2000">
                <a:latin typeface="微软雅黑" pitchFamily="34" charset="-122"/>
                <a:ea typeface="微软雅黑" pitchFamily="34" charset="-122"/>
              </a:defRPr>
            </a:lvl4pPr>
            <a:lvl5pPr marL="2057400" indent="-228600">
              <a:spcBef>
                <a:spcPct val="20000"/>
              </a:spcBef>
              <a:buFont typeface="Arial" charset="0"/>
              <a:buChar char="»"/>
              <a:defRPr sz="2000">
                <a:latin typeface="微软雅黑" pitchFamily="34" charset="-122"/>
                <a:ea typeface="微软雅黑" pitchFamily="34" charset="-122"/>
              </a:defRPr>
            </a:lvl5pPr>
            <a:lvl6pPr marL="2514600" indent="-228600" eaLnBrk="0" fontAlgn="base" hangingPunct="0">
              <a:spcBef>
                <a:spcPct val="20000"/>
              </a:spcBef>
              <a:spcAft>
                <a:spcPct val="0"/>
              </a:spcAft>
              <a:buFont typeface="Arial" charset="0"/>
              <a:buChar char="»"/>
              <a:defRPr sz="2000">
                <a:latin typeface="微软雅黑" pitchFamily="34" charset="-122"/>
                <a:ea typeface="微软雅黑" pitchFamily="34" charset="-122"/>
              </a:defRPr>
            </a:lvl6pPr>
            <a:lvl7pPr marL="2971800" indent="-228600" eaLnBrk="0" fontAlgn="base" hangingPunct="0">
              <a:spcBef>
                <a:spcPct val="20000"/>
              </a:spcBef>
              <a:spcAft>
                <a:spcPct val="0"/>
              </a:spcAft>
              <a:buFont typeface="Arial" charset="0"/>
              <a:buChar char="»"/>
              <a:defRPr sz="2000">
                <a:latin typeface="微软雅黑" pitchFamily="34" charset="-122"/>
                <a:ea typeface="微软雅黑" pitchFamily="34" charset="-122"/>
              </a:defRPr>
            </a:lvl7pPr>
            <a:lvl8pPr marL="3429000" indent="-228600" eaLnBrk="0" fontAlgn="base" hangingPunct="0">
              <a:spcBef>
                <a:spcPct val="20000"/>
              </a:spcBef>
              <a:spcAft>
                <a:spcPct val="0"/>
              </a:spcAft>
              <a:buFont typeface="Arial" charset="0"/>
              <a:buChar char="»"/>
              <a:defRPr sz="2000">
                <a:latin typeface="微软雅黑" pitchFamily="34" charset="-122"/>
                <a:ea typeface="微软雅黑" pitchFamily="34" charset="-122"/>
              </a:defRPr>
            </a:lvl8pPr>
            <a:lvl9pPr marL="3886200" indent="-228600" eaLnBrk="0" fontAlgn="base" hangingPunct="0">
              <a:spcBef>
                <a:spcPct val="20000"/>
              </a:spcBef>
              <a:spcAft>
                <a:spcPct val="0"/>
              </a:spcAft>
              <a:buFont typeface="Arial" charset="0"/>
              <a:buChar char="»"/>
              <a:defRPr sz="2000">
                <a:latin typeface="微软雅黑" pitchFamily="34" charset="-122"/>
                <a:ea typeface="微软雅黑" pitchFamily="34" charset="-122"/>
              </a:defRPr>
            </a:lvl9pPr>
          </a:lstStyle>
          <a:p>
            <a:r>
              <a:rPr lang="en-US" altLang="zh-CN" sz="2400" dirty="0">
                <a:solidFill>
                  <a:srgbClr val="314865"/>
                </a:solidFill>
                <a:latin typeface="Arial"/>
                <a:sym typeface="Arial"/>
              </a:rPr>
              <a:t>2.</a:t>
            </a:r>
            <a:r>
              <a:rPr lang="zh-CN" altLang="en-US" sz="2400" dirty="0">
                <a:solidFill>
                  <a:srgbClr val="314865"/>
                </a:solidFill>
                <a:latin typeface="Arial"/>
                <a:sym typeface="Arial"/>
              </a:rPr>
              <a:t>系统整体设计</a:t>
            </a:r>
          </a:p>
        </p:txBody>
      </p:sp>
      <p:grpSp>
        <p:nvGrpSpPr>
          <p:cNvPr id="42" name="组合 41">
            <a:extLst>
              <a:ext uri="{FF2B5EF4-FFF2-40B4-BE49-F238E27FC236}">
                <a16:creationId xmlns:a16="http://schemas.microsoft.com/office/drawing/2014/main" id="{1ABEDB34-8D7D-4F95-B061-3F80AAFBFA77}"/>
              </a:ext>
            </a:extLst>
          </p:cNvPr>
          <p:cNvGrpSpPr/>
          <p:nvPr/>
        </p:nvGrpSpPr>
        <p:grpSpPr>
          <a:xfrm>
            <a:off x="164616" y="178180"/>
            <a:ext cx="2804616" cy="368580"/>
            <a:chOff x="164616" y="178180"/>
            <a:chExt cx="2804616" cy="368580"/>
          </a:xfrm>
        </p:grpSpPr>
        <p:cxnSp>
          <p:nvCxnSpPr>
            <p:cNvPr id="43" name="直接连接符 42">
              <a:extLst>
                <a:ext uri="{FF2B5EF4-FFF2-40B4-BE49-F238E27FC236}">
                  <a16:creationId xmlns:a16="http://schemas.microsoft.com/office/drawing/2014/main" id="{47AFA606-6701-49F4-A8BE-35A4D8A4DE05}"/>
                </a:ext>
              </a:extLst>
            </p:cNvPr>
            <p:cNvCxnSpPr>
              <a:cxnSpLocks/>
            </p:cNvCxnSpPr>
            <p:nvPr/>
          </p:nvCxnSpPr>
          <p:spPr>
            <a:xfrm flipV="1">
              <a:off x="164616" y="535956"/>
              <a:ext cx="2804616" cy="10804"/>
            </a:xfrm>
            <a:prstGeom prst="line">
              <a:avLst/>
            </a:prstGeom>
            <a:ln>
              <a:solidFill>
                <a:srgbClr val="314865"/>
              </a:solidFill>
            </a:ln>
          </p:spPr>
          <p:style>
            <a:lnRef idx="1">
              <a:schemeClr val="accent1"/>
            </a:lnRef>
            <a:fillRef idx="0">
              <a:schemeClr val="accent1"/>
            </a:fillRef>
            <a:effectRef idx="0">
              <a:schemeClr val="accent1"/>
            </a:effectRef>
            <a:fontRef idx="minor">
              <a:schemeClr val="tx1"/>
            </a:fontRef>
          </p:style>
        </p:cxnSp>
        <p:sp>
          <p:nvSpPr>
            <p:cNvPr id="44" name="文本框 43">
              <a:extLst>
                <a:ext uri="{FF2B5EF4-FFF2-40B4-BE49-F238E27FC236}">
                  <a16:creationId xmlns:a16="http://schemas.microsoft.com/office/drawing/2014/main" id="{92997A45-AA42-4E5B-8211-228C466B9130}"/>
                </a:ext>
              </a:extLst>
            </p:cNvPr>
            <p:cNvSpPr txBox="1"/>
            <p:nvPr/>
          </p:nvSpPr>
          <p:spPr>
            <a:xfrm>
              <a:off x="534486" y="178180"/>
              <a:ext cx="2434746" cy="338554"/>
            </a:xfrm>
            <a:prstGeom prst="rect">
              <a:avLst/>
            </a:prstGeom>
            <a:noFill/>
          </p:spPr>
          <p:txBody>
            <a:bodyPr wrap="square" rtlCol="0">
              <a:spAutoFit/>
            </a:bodyPr>
            <a:lstStyle/>
            <a:p>
              <a:pPr algn="ctr">
                <a:spcBef>
                  <a:spcPct val="20000"/>
                </a:spcBef>
                <a:buClr>
                  <a:schemeClr val="hlink"/>
                </a:buClr>
                <a:buSzPct val="65000"/>
              </a:pPr>
              <a:r>
                <a:rPr lang="zh-CN" altLang="en-US" sz="1600" b="1" dirty="0">
                  <a:solidFill>
                    <a:srgbClr val="314865"/>
                  </a:solidFill>
                  <a:effectLst>
                    <a:innerShdw blurRad="63500" dist="50800" dir="13500000">
                      <a:prstClr val="black">
                        <a:alpha val="50000"/>
                      </a:prstClr>
                    </a:innerShdw>
                  </a:effectLst>
                  <a:latin typeface="Arial"/>
                  <a:ea typeface="微软雅黑"/>
                  <a:sym typeface="Arial"/>
                </a:rPr>
                <a:t>系统功能设计</a:t>
              </a:r>
            </a:p>
          </p:txBody>
        </p:sp>
        <p:sp>
          <p:nvSpPr>
            <p:cNvPr id="45" name="矩形 44">
              <a:extLst>
                <a:ext uri="{FF2B5EF4-FFF2-40B4-BE49-F238E27FC236}">
                  <a16:creationId xmlns:a16="http://schemas.microsoft.com/office/drawing/2014/main" id="{C0ED3065-FF93-46E7-A78C-AF340786F025}"/>
                </a:ext>
              </a:extLst>
            </p:cNvPr>
            <p:cNvSpPr/>
            <p:nvPr/>
          </p:nvSpPr>
          <p:spPr>
            <a:xfrm>
              <a:off x="164616" y="178180"/>
              <a:ext cx="47829" cy="284416"/>
            </a:xfrm>
            <a:prstGeom prst="rect">
              <a:avLst/>
            </a:prstGeom>
            <a:solidFill>
              <a:srgbClr val="314865"/>
            </a:solidFill>
            <a:ln>
              <a:solidFill>
                <a:srgbClr val="3148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
          <p:nvSpPr>
            <p:cNvPr id="46" name="矩形 45">
              <a:extLst>
                <a:ext uri="{FF2B5EF4-FFF2-40B4-BE49-F238E27FC236}">
                  <a16:creationId xmlns:a16="http://schemas.microsoft.com/office/drawing/2014/main" id="{4F33D129-DCE0-421A-968D-70DD06CEAA65}"/>
                </a:ext>
              </a:extLst>
            </p:cNvPr>
            <p:cNvSpPr/>
            <p:nvPr/>
          </p:nvSpPr>
          <p:spPr>
            <a:xfrm>
              <a:off x="275779" y="252586"/>
              <a:ext cx="47828" cy="210010"/>
            </a:xfrm>
            <a:prstGeom prst="rect">
              <a:avLst/>
            </a:prstGeom>
            <a:solidFill>
              <a:srgbClr val="314865"/>
            </a:solidFill>
            <a:ln>
              <a:solidFill>
                <a:srgbClr val="3148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
          <p:nvSpPr>
            <p:cNvPr id="47" name="矩形 46">
              <a:extLst>
                <a:ext uri="{FF2B5EF4-FFF2-40B4-BE49-F238E27FC236}">
                  <a16:creationId xmlns:a16="http://schemas.microsoft.com/office/drawing/2014/main" id="{8B667072-A78C-44AC-80E8-23E10E8E3B9D}"/>
                </a:ext>
              </a:extLst>
            </p:cNvPr>
            <p:cNvSpPr/>
            <p:nvPr/>
          </p:nvSpPr>
          <p:spPr>
            <a:xfrm flipH="1">
              <a:off x="377808" y="320388"/>
              <a:ext cx="47827" cy="142208"/>
            </a:xfrm>
            <a:prstGeom prst="rect">
              <a:avLst/>
            </a:prstGeom>
            <a:solidFill>
              <a:srgbClr val="314865"/>
            </a:solidFill>
            <a:ln>
              <a:solidFill>
                <a:srgbClr val="3148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grpSp>
      <p:pic>
        <p:nvPicPr>
          <p:cNvPr id="4" name="图片 3">
            <a:extLst>
              <a:ext uri="{FF2B5EF4-FFF2-40B4-BE49-F238E27FC236}">
                <a16:creationId xmlns:a16="http://schemas.microsoft.com/office/drawing/2014/main" id="{D57A3806-3D64-C80C-3517-9CE7351D6FBB}"/>
              </a:ext>
            </a:extLst>
          </p:cNvPr>
          <p:cNvPicPr>
            <a:picLocks noChangeAspect="1"/>
          </p:cNvPicPr>
          <p:nvPr/>
        </p:nvPicPr>
        <p:blipFill>
          <a:blip r:embed="rId3"/>
          <a:stretch>
            <a:fillRect/>
          </a:stretch>
        </p:blipFill>
        <p:spPr>
          <a:xfrm>
            <a:off x="1419831" y="1404992"/>
            <a:ext cx="9203047" cy="4437025"/>
          </a:xfrm>
          <a:prstGeom prst="rect">
            <a:avLst/>
          </a:prstGeom>
        </p:spPr>
      </p:pic>
    </p:spTree>
    <p:extLst>
      <p:ext uri="{BB962C8B-B14F-4D97-AF65-F5344CB8AC3E}">
        <p14:creationId xmlns:p14="http://schemas.microsoft.com/office/powerpoint/2010/main" val="62557674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afterEffect">
                                  <p:stCondLst>
                                    <p:cond delay="0"/>
                                  </p:stCondLst>
                                  <p:childTnLst>
                                    <p:set>
                                      <p:cBhvr>
                                        <p:cTn id="6" dur="1" fill="hold">
                                          <p:stCondLst>
                                            <p:cond delay="0"/>
                                          </p:stCondLst>
                                        </p:cTn>
                                        <p:tgtEl>
                                          <p:spTgt spid="81"/>
                                        </p:tgtEl>
                                        <p:attrNameLst>
                                          <p:attrName>style.visibility</p:attrName>
                                        </p:attrNameLst>
                                      </p:cBhvr>
                                      <p:to>
                                        <p:strVal val="visible"/>
                                      </p:to>
                                    </p:set>
                                    <p:animEffect transition="in" filter="wipe(right)">
                                      <p:cBhvr>
                                        <p:cTn id="7" dur="500"/>
                                        <p:tgtEl>
                                          <p:spTgt spid="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文本框 34">
            <a:extLst>
              <a:ext uri="{FF2B5EF4-FFF2-40B4-BE49-F238E27FC236}">
                <a16:creationId xmlns:a16="http://schemas.microsoft.com/office/drawing/2014/main" id="{0C025DF2-33BF-4666-A522-B44F2D4999E0}"/>
              </a:ext>
            </a:extLst>
          </p:cNvPr>
          <p:cNvSpPr txBox="1"/>
          <p:nvPr/>
        </p:nvSpPr>
        <p:spPr>
          <a:xfrm>
            <a:off x="708926" y="755926"/>
            <a:ext cx="10142776" cy="497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defPPr>
              <a:defRPr lang="zh-CN"/>
            </a:defPPr>
            <a:lvl1pPr>
              <a:lnSpc>
                <a:spcPct val="120000"/>
              </a:lnSpc>
              <a:buFont typeface="Arial" charset="0"/>
              <a:buNone/>
              <a:defRPr sz="1400">
                <a:solidFill>
                  <a:schemeClr val="tx2">
                    <a:lumMod val="75000"/>
                  </a:schemeClr>
                </a:solidFill>
                <a:latin typeface="+mn-lt"/>
                <a:ea typeface="+mn-ea"/>
                <a:cs typeface="+mn-ea"/>
              </a:defRPr>
            </a:lvl1pPr>
            <a:lvl2pPr marL="742950" indent="-285750">
              <a:spcBef>
                <a:spcPct val="20000"/>
              </a:spcBef>
              <a:buFont typeface="Arial" charset="0"/>
              <a:buChar char="–"/>
              <a:defRPr sz="2800">
                <a:latin typeface="微软雅黑" pitchFamily="34" charset="-122"/>
                <a:ea typeface="微软雅黑" pitchFamily="34" charset="-122"/>
              </a:defRPr>
            </a:lvl2pPr>
            <a:lvl3pPr marL="1143000" indent="-228600">
              <a:spcBef>
                <a:spcPct val="20000"/>
              </a:spcBef>
              <a:buFont typeface="Arial" charset="0"/>
              <a:buChar char="•"/>
              <a:defRPr sz="2400">
                <a:latin typeface="微软雅黑" pitchFamily="34" charset="-122"/>
                <a:ea typeface="微软雅黑" pitchFamily="34" charset="-122"/>
              </a:defRPr>
            </a:lvl3pPr>
            <a:lvl4pPr marL="1600200" indent="-228600">
              <a:spcBef>
                <a:spcPct val="20000"/>
              </a:spcBef>
              <a:buFont typeface="Arial" charset="0"/>
              <a:buChar char="–"/>
              <a:defRPr sz="2000">
                <a:latin typeface="微软雅黑" pitchFamily="34" charset="-122"/>
                <a:ea typeface="微软雅黑" pitchFamily="34" charset="-122"/>
              </a:defRPr>
            </a:lvl4pPr>
            <a:lvl5pPr marL="2057400" indent="-228600">
              <a:spcBef>
                <a:spcPct val="20000"/>
              </a:spcBef>
              <a:buFont typeface="Arial" charset="0"/>
              <a:buChar char="»"/>
              <a:defRPr sz="2000">
                <a:latin typeface="微软雅黑" pitchFamily="34" charset="-122"/>
                <a:ea typeface="微软雅黑" pitchFamily="34" charset="-122"/>
              </a:defRPr>
            </a:lvl5pPr>
            <a:lvl6pPr marL="2514600" indent="-228600" eaLnBrk="0" fontAlgn="base" hangingPunct="0">
              <a:spcBef>
                <a:spcPct val="20000"/>
              </a:spcBef>
              <a:spcAft>
                <a:spcPct val="0"/>
              </a:spcAft>
              <a:buFont typeface="Arial" charset="0"/>
              <a:buChar char="»"/>
              <a:defRPr sz="2000">
                <a:latin typeface="微软雅黑" pitchFamily="34" charset="-122"/>
                <a:ea typeface="微软雅黑" pitchFamily="34" charset="-122"/>
              </a:defRPr>
            </a:lvl6pPr>
            <a:lvl7pPr marL="2971800" indent="-228600" eaLnBrk="0" fontAlgn="base" hangingPunct="0">
              <a:spcBef>
                <a:spcPct val="20000"/>
              </a:spcBef>
              <a:spcAft>
                <a:spcPct val="0"/>
              </a:spcAft>
              <a:buFont typeface="Arial" charset="0"/>
              <a:buChar char="»"/>
              <a:defRPr sz="2000">
                <a:latin typeface="微软雅黑" pitchFamily="34" charset="-122"/>
                <a:ea typeface="微软雅黑" pitchFamily="34" charset="-122"/>
              </a:defRPr>
            </a:lvl7pPr>
            <a:lvl8pPr marL="3429000" indent="-228600" eaLnBrk="0" fontAlgn="base" hangingPunct="0">
              <a:spcBef>
                <a:spcPct val="20000"/>
              </a:spcBef>
              <a:spcAft>
                <a:spcPct val="0"/>
              </a:spcAft>
              <a:buFont typeface="Arial" charset="0"/>
              <a:buChar char="»"/>
              <a:defRPr sz="2000">
                <a:latin typeface="微软雅黑" pitchFamily="34" charset="-122"/>
                <a:ea typeface="微软雅黑" pitchFamily="34" charset="-122"/>
              </a:defRPr>
            </a:lvl8pPr>
            <a:lvl9pPr marL="3886200" indent="-228600" eaLnBrk="0" fontAlgn="base" hangingPunct="0">
              <a:spcBef>
                <a:spcPct val="20000"/>
              </a:spcBef>
              <a:spcAft>
                <a:spcPct val="0"/>
              </a:spcAft>
              <a:buFont typeface="Arial" charset="0"/>
              <a:buChar char="»"/>
              <a:defRPr sz="2000">
                <a:latin typeface="微软雅黑" pitchFamily="34" charset="-122"/>
                <a:ea typeface="微软雅黑" pitchFamily="34" charset="-122"/>
              </a:defRPr>
            </a:lvl9pPr>
          </a:lstStyle>
          <a:p>
            <a:r>
              <a:rPr lang="en-US" altLang="zh-CN" sz="2400" dirty="0">
                <a:solidFill>
                  <a:srgbClr val="314865"/>
                </a:solidFill>
                <a:latin typeface="Arial"/>
                <a:sym typeface="Arial"/>
              </a:rPr>
              <a:t>3.</a:t>
            </a:r>
            <a:r>
              <a:rPr lang="zh-CN" altLang="en-US" sz="2400" dirty="0">
                <a:solidFill>
                  <a:srgbClr val="314865"/>
                </a:solidFill>
                <a:latin typeface="Arial"/>
                <a:sym typeface="Arial"/>
              </a:rPr>
              <a:t>系统用例设计模型</a:t>
            </a:r>
          </a:p>
        </p:txBody>
      </p:sp>
      <p:grpSp>
        <p:nvGrpSpPr>
          <p:cNvPr id="42" name="组合 41">
            <a:extLst>
              <a:ext uri="{FF2B5EF4-FFF2-40B4-BE49-F238E27FC236}">
                <a16:creationId xmlns:a16="http://schemas.microsoft.com/office/drawing/2014/main" id="{1ABEDB34-8D7D-4F95-B061-3F80AAFBFA77}"/>
              </a:ext>
            </a:extLst>
          </p:cNvPr>
          <p:cNvGrpSpPr/>
          <p:nvPr/>
        </p:nvGrpSpPr>
        <p:grpSpPr>
          <a:xfrm>
            <a:off x="164616" y="178180"/>
            <a:ext cx="2804616" cy="368580"/>
            <a:chOff x="164616" y="178180"/>
            <a:chExt cx="2804616" cy="368580"/>
          </a:xfrm>
        </p:grpSpPr>
        <p:cxnSp>
          <p:nvCxnSpPr>
            <p:cNvPr id="43" name="直接连接符 42">
              <a:extLst>
                <a:ext uri="{FF2B5EF4-FFF2-40B4-BE49-F238E27FC236}">
                  <a16:creationId xmlns:a16="http://schemas.microsoft.com/office/drawing/2014/main" id="{47AFA606-6701-49F4-A8BE-35A4D8A4DE05}"/>
                </a:ext>
              </a:extLst>
            </p:cNvPr>
            <p:cNvCxnSpPr>
              <a:cxnSpLocks/>
            </p:cNvCxnSpPr>
            <p:nvPr/>
          </p:nvCxnSpPr>
          <p:spPr>
            <a:xfrm flipV="1">
              <a:off x="164616" y="535956"/>
              <a:ext cx="2804616" cy="10804"/>
            </a:xfrm>
            <a:prstGeom prst="line">
              <a:avLst/>
            </a:prstGeom>
            <a:ln>
              <a:solidFill>
                <a:srgbClr val="314865"/>
              </a:solidFill>
            </a:ln>
          </p:spPr>
          <p:style>
            <a:lnRef idx="1">
              <a:schemeClr val="accent1"/>
            </a:lnRef>
            <a:fillRef idx="0">
              <a:schemeClr val="accent1"/>
            </a:fillRef>
            <a:effectRef idx="0">
              <a:schemeClr val="accent1"/>
            </a:effectRef>
            <a:fontRef idx="minor">
              <a:schemeClr val="tx1"/>
            </a:fontRef>
          </p:style>
        </p:cxnSp>
        <p:sp>
          <p:nvSpPr>
            <p:cNvPr id="44" name="文本框 43">
              <a:extLst>
                <a:ext uri="{FF2B5EF4-FFF2-40B4-BE49-F238E27FC236}">
                  <a16:creationId xmlns:a16="http://schemas.microsoft.com/office/drawing/2014/main" id="{92997A45-AA42-4E5B-8211-228C466B9130}"/>
                </a:ext>
              </a:extLst>
            </p:cNvPr>
            <p:cNvSpPr txBox="1"/>
            <p:nvPr/>
          </p:nvSpPr>
          <p:spPr>
            <a:xfrm>
              <a:off x="534486" y="178180"/>
              <a:ext cx="2434746" cy="338554"/>
            </a:xfrm>
            <a:prstGeom prst="rect">
              <a:avLst/>
            </a:prstGeom>
            <a:noFill/>
          </p:spPr>
          <p:txBody>
            <a:bodyPr wrap="square" rtlCol="0">
              <a:spAutoFit/>
            </a:bodyPr>
            <a:lstStyle/>
            <a:p>
              <a:pPr algn="ctr">
                <a:spcBef>
                  <a:spcPct val="20000"/>
                </a:spcBef>
                <a:buClr>
                  <a:schemeClr val="hlink"/>
                </a:buClr>
                <a:buSzPct val="65000"/>
              </a:pPr>
              <a:r>
                <a:rPr lang="zh-CN" altLang="en-US" sz="1600" b="1" dirty="0">
                  <a:solidFill>
                    <a:srgbClr val="314865"/>
                  </a:solidFill>
                  <a:effectLst>
                    <a:innerShdw blurRad="63500" dist="50800" dir="13500000">
                      <a:prstClr val="black">
                        <a:alpha val="50000"/>
                      </a:prstClr>
                    </a:innerShdw>
                  </a:effectLst>
                  <a:latin typeface="Arial"/>
                  <a:ea typeface="微软雅黑"/>
                  <a:sym typeface="Arial"/>
                </a:rPr>
                <a:t>系统功能设计</a:t>
              </a:r>
            </a:p>
          </p:txBody>
        </p:sp>
        <p:sp>
          <p:nvSpPr>
            <p:cNvPr id="45" name="矩形 44">
              <a:extLst>
                <a:ext uri="{FF2B5EF4-FFF2-40B4-BE49-F238E27FC236}">
                  <a16:creationId xmlns:a16="http://schemas.microsoft.com/office/drawing/2014/main" id="{C0ED3065-FF93-46E7-A78C-AF340786F025}"/>
                </a:ext>
              </a:extLst>
            </p:cNvPr>
            <p:cNvSpPr/>
            <p:nvPr/>
          </p:nvSpPr>
          <p:spPr>
            <a:xfrm>
              <a:off x="164616" y="178180"/>
              <a:ext cx="47829" cy="284416"/>
            </a:xfrm>
            <a:prstGeom prst="rect">
              <a:avLst/>
            </a:prstGeom>
            <a:solidFill>
              <a:srgbClr val="314865"/>
            </a:solidFill>
            <a:ln>
              <a:solidFill>
                <a:srgbClr val="3148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
          <p:nvSpPr>
            <p:cNvPr id="46" name="矩形 45">
              <a:extLst>
                <a:ext uri="{FF2B5EF4-FFF2-40B4-BE49-F238E27FC236}">
                  <a16:creationId xmlns:a16="http://schemas.microsoft.com/office/drawing/2014/main" id="{4F33D129-DCE0-421A-968D-70DD06CEAA65}"/>
                </a:ext>
              </a:extLst>
            </p:cNvPr>
            <p:cNvSpPr/>
            <p:nvPr/>
          </p:nvSpPr>
          <p:spPr>
            <a:xfrm>
              <a:off x="275779" y="252586"/>
              <a:ext cx="47828" cy="210010"/>
            </a:xfrm>
            <a:prstGeom prst="rect">
              <a:avLst/>
            </a:prstGeom>
            <a:solidFill>
              <a:srgbClr val="314865"/>
            </a:solidFill>
            <a:ln>
              <a:solidFill>
                <a:srgbClr val="3148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
          <p:nvSpPr>
            <p:cNvPr id="47" name="矩形 46">
              <a:extLst>
                <a:ext uri="{FF2B5EF4-FFF2-40B4-BE49-F238E27FC236}">
                  <a16:creationId xmlns:a16="http://schemas.microsoft.com/office/drawing/2014/main" id="{8B667072-A78C-44AC-80E8-23E10E8E3B9D}"/>
                </a:ext>
              </a:extLst>
            </p:cNvPr>
            <p:cNvSpPr/>
            <p:nvPr/>
          </p:nvSpPr>
          <p:spPr>
            <a:xfrm flipH="1">
              <a:off x="377808" y="320388"/>
              <a:ext cx="47827" cy="142208"/>
            </a:xfrm>
            <a:prstGeom prst="rect">
              <a:avLst/>
            </a:prstGeom>
            <a:solidFill>
              <a:srgbClr val="314865"/>
            </a:solidFill>
            <a:ln>
              <a:solidFill>
                <a:srgbClr val="3148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grpSp>
      <p:sp>
        <p:nvSpPr>
          <p:cNvPr id="2" name="文本框 1">
            <a:extLst>
              <a:ext uri="{FF2B5EF4-FFF2-40B4-BE49-F238E27FC236}">
                <a16:creationId xmlns:a16="http://schemas.microsoft.com/office/drawing/2014/main" id="{10656058-A3BA-FED1-B6CB-1B397CF86720}"/>
              </a:ext>
            </a:extLst>
          </p:cNvPr>
          <p:cNvSpPr txBox="1"/>
          <p:nvPr/>
        </p:nvSpPr>
        <p:spPr>
          <a:xfrm>
            <a:off x="534486" y="1321954"/>
            <a:ext cx="3489649" cy="400110"/>
          </a:xfrm>
          <a:prstGeom prst="rect">
            <a:avLst/>
          </a:prstGeom>
          <a:noFill/>
        </p:spPr>
        <p:txBody>
          <a:bodyPr wrap="square" rtlCol="0">
            <a:spAutoFit/>
          </a:bodyPr>
          <a:lstStyle/>
          <a:p>
            <a:r>
              <a:rPr lang="zh-CN" altLang="en-US" sz="2000" dirty="0"/>
              <a:t>（</a:t>
            </a:r>
            <a:r>
              <a:rPr lang="en-US" altLang="zh-CN" sz="2000" dirty="0">
                <a:solidFill>
                  <a:srgbClr val="314865"/>
                </a:solidFill>
                <a:latin typeface="Arial"/>
                <a:cs typeface="+mn-ea"/>
              </a:rPr>
              <a:t>1</a:t>
            </a:r>
            <a:r>
              <a:rPr lang="zh-CN" altLang="en-US" sz="2000" dirty="0">
                <a:solidFill>
                  <a:srgbClr val="314865"/>
                </a:solidFill>
                <a:latin typeface="Arial"/>
                <a:cs typeface="+mn-ea"/>
              </a:rPr>
              <a:t>）用户注册活动图</a:t>
            </a:r>
          </a:p>
        </p:txBody>
      </p:sp>
      <p:sp>
        <p:nvSpPr>
          <p:cNvPr id="3" name="文本框 2">
            <a:extLst>
              <a:ext uri="{FF2B5EF4-FFF2-40B4-BE49-F238E27FC236}">
                <a16:creationId xmlns:a16="http://schemas.microsoft.com/office/drawing/2014/main" id="{FC9A1BAC-E430-AE41-8373-65897BA32B3F}"/>
              </a:ext>
            </a:extLst>
          </p:cNvPr>
          <p:cNvSpPr txBox="1"/>
          <p:nvPr/>
        </p:nvSpPr>
        <p:spPr>
          <a:xfrm>
            <a:off x="708926" y="1705262"/>
            <a:ext cx="10657066" cy="646331"/>
          </a:xfrm>
          <a:prstGeom prst="rect">
            <a:avLst/>
          </a:prstGeom>
          <a:noFill/>
        </p:spPr>
        <p:txBody>
          <a:bodyPr wrap="square" rtlCol="0">
            <a:spAutoFit/>
          </a:bodyPr>
          <a:lstStyle/>
          <a:p>
            <a:r>
              <a:rPr lang="zh-CN" altLang="en-US" dirty="0">
                <a:solidFill>
                  <a:srgbClr val="314865"/>
                </a:solidFill>
                <a:latin typeface="Arial"/>
                <a:cs typeface="+mn-ea"/>
              </a:rPr>
              <a:t>当新用户注册的时候，进入到注册页面后输入自己的信息，点击注册，前端</a:t>
            </a:r>
            <a:r>
              <a:rPr lang="zh-CN" altLang="en-US">
                <a:solidFill>
                  <a:srgbClr val="314865"/>
                </a:solidFill>
                <a:latin typeface="Arial"/>
                <a:cs typeface="+mn-ea"/>
              </a:rPr>
              <a:t>检测数据格式</a:t>
            </a:r>
            <a:r>
              <a:rPr lang="zh-CN" altLang="en-US" dirty="0">
                <a:solidFill>
                  <a:srgbClr val="314865"/>
                </a:solidFill>
                <a:latin typeface="Arial"/>
                <a:cs typeface="+mn-ea"/>
              </a:rPr>
              <a:t>，检测通过后数据插入表中，完成注册，不通过则提示原因。</a:t>
            </a:r>
          </a:p>
        </p:txBody>
      </p:sp>
      <p:pic>
        <p:nvPicPr>
          <p:cNvPr id="6" name="图片 5">
            <a:extLst>
              <a:ext uri="{FF2B5EF4-FFF2-40B4-BE49-F238E27FC236}">
                <a16:creationId xmlns:a16="http://schemas.microsoft.com/office/drawing/2014/main" id="{32F76ABE-9A86-52D6-34F7-FDB091D6F229}"/>
              </a:ext>
            </a:extLst>
          </p:cNvPr>
          <p:cNvPicPr>
            <a:picLocks noChangeAspect="1"/>
          </p:cNvPicPr>
          <p:nvPr/>
        </p:nvPicPr>
        <p:blipFill>
          <a:blip r:embed="rId3"/>
          <a:stretch>
            <a:fillRect/>
          </a:stretch>
        </p:blipFill>
        <p:spPr>
          <a:xfrm>
            <a:off x="4196006" y="2368395"/>
            <a:ext cx="4058817" cy="3971274"/>
          </a:xfrm>
          <a:prstGeom prst="rect">
            <a:avLst/>
          </a:prstGeom>
        </p:spPr>
      </p:pic>
    </p:spTree>
    <p:extLst>
      <p:ext uri="{BB962C8B-B14F-4D97-AF65-F5344CB8AC3E}">
        <p14:creationId xmlns:p14="http://schemas.microsoft.com/office/powerpoint/2010/main" val="163893327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afterEffect">
                                  <p:stCondLst>
                                    <p:cond delay="0"/>
                                  </p:stCondLst>
                                  <p:childTnLst>
                                    <p:set>
                                      <p:cBhvr>
                                        <p:cTn id="6" dur="1" fill="hold">
                                          <p:stCondLst>
                                            <p:cond delay="0"/>
                                          </p:stCondLst>
                                        </p:cTn>
                                        <p:tgtEl>
                                          <p:spTgt spid="81"/>
                                        </p:tgtEl>
                                        <p:attrNameLst>
                                          <p:attrName>style.visibility</p:attrName>
                                        </p:attrNameLst>
                                      </p:cBhvr>
                                      <p:to>
                                        <p:strVal val="visible"/>
                                      </p:to>
                                    </p:set>
                                    <p:animEffect transition="in" filter="wipe(right)">
                                      <p:cBhvr>
                                        <p:cTn id="7" dur="500"/>
                                        <p:tgtEl>
                                          <p:spTgt spid="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2" name="组合 41">
            <a:extLst>
              <a:ext uri="{FF2B5EF4-FFF2-40B4-BE49-F238E27FC236}">
                <a16:creationId xmlns:a16="http://schemas.microsoft.com/office/drawing/2014/main" id="{1ABEDB34-8D7D-4F95-B061-3F80AAFBFA77}"/>
              </a:ext>
            </a:extLst>
          </p:cNvPr>
          <p:cNvGrpSpPr/>
          <p:nvPr/>
        </p:nvGrpSpPr>
        <p:grpSpPr>
          <a:xfrm>
            <a:off x="164616" y="178180"/>
            <a:ext cx="2804616" cy="368580"/>
            <a:chOff x="164616" y="178180"/>
            <a:chExt cx="2804616" cy="368580"/>
          </a:xfrm>
        </p:grpSpPr>
        <p:cxnSp>
          <p:nvCxnSpPr>
            <p:cNvPr id="43" name="直接连接符 42">
              <a:extLst>
                <a:ext uri="{FF2B5EF4-FFF2-40B4-BE49-F238E27FC236}">
                  <a16:creationId xmlns:a16="http://schemas.microsoft.com/office/drawing/2014/main" id="{47AFA606-6701-49F4-A8BE-35A4D8A4DE05}"/>
                </a:ext>
              </a:extLst>
            </p:cNvPr>
            <p:cNvCxnSpPr>
              <a:cxnSpLocks/>
            </p:cNvCxnSpPr>
            <p:nvPr/>
          </p:nvCxnSpPr>
          <p:spPr>
            <a:xfrm flipV="1">
              <a:off x="164616" y="535956"/>
              <a:ext cx="2804616" cy="10804"/>
            </a:xfrm>
            <a:prstGeom prst="line">
              <a:avLst/>
            </a:prstGeom>
            <a:ln>
              <a:solidFill>
                <a:srgbClr val="314865"/>
              </a:solidFill>
            </a:ln>
          </p:spPr>
          <p:style>
            <a:lnRef idx="1">
              <a:schemeClr val="accent1"/>
            </a:lnRef>
            <a:fillRef idx="0">
              <a:schemeClr val="accent1"/>
            </a:fillRef>
            <a:effectRef idx="0">
              <a:schemeClr val="accent1"/>
            </a:effectRef>
            <a:fontRef idx="minor">
              <a:schemeClr val="tx1"/>
            </a:fontRef>
          </p:style>
        </p:cxnSp>
        <p:sp>
          <p:nvSpPr>
            <p:cNvPr id="44" name="文本框 43">
              <a:extLst>
                <a:ext uri="{FF2B5EF4-FFF2-40B4-BE49-F238E27FC236}">
                  <a16:creationId xmlns:a16="http://schemas.microsoft.com/office/drawing/2014/main" id="{92997A45-AA42-4E5B-8211-228C466B9130}"/>
                </a:ext>
              </a:extLst>
            </p:cNvPr>
            <p:cNvSpPr txBox="1"/>
            <p:nvPr/>
          </p:nvSpPr>
          <p:spPr>
            <a:xfrm>
              <a:off x="534486" y="178180"/>
              <a:ext cx="2434746" cy="338554"/>
            </a:xfrm>
            <a:prstGeom prst="rect">
              <a:avLst/>
            </a:prstGeom>
            <a:noFill/>
          </p:spPr>
          <p:txBody>
            <a:bodyPr wrap="square" rtlCol="0">
              <a:spAutoFit/>
            </a:bodyPr>
            <a:lstStyle/>
            <a:p>
              <a:pPr algn="ctr">
                <a:spcBef>
                  <a:spcPct val="20000"/>
                </a:spcBef>
                <a:buClr>
                  <a:schemeClr val="hlink"/>
                </a:buClr>
                <a:buSzPct val="65000"/>
              </a:pPr>
              <a:r>
                <a:rPr lang="zh-CN" altLang="en-US" sz="1600" b="1" dirty="0">
                  <a:solidFill>
                    <a:srgbClr val="314865"/>
                  </a:solidFill>
                  <a:effectLst>
                    <a:innerShdw blurRad="63500" dist="50800" dir="13500000">
                      <a:prstClr val="black">
                        <a:alpha val="50000"/>
                      </a:prstClr>
                    </a:innerShdw>
                  </a:effectLst>
                  <a:latin typeface="Arial"/>
                  <a:ea typeface="微软雅黑"/>
                  <a:sym typeface="Arial"/>
                </a:rPr>
                <a:t>系统功能设计</a:t>
              </a:r>
            </a:p>
          </p:txBody>
        </p:sp>
        <p:sp>
          <p:nvSpPr>
            <p:cNvPr id="45" name="矩形 44">
              <a:extLst>
                <a:ext uri="{FF2B5EF4-FFF2-40B4-BE49-F238E27FC236}">
                  <a16:creationId xmlns:a16="http://schemas.microsoft.com/office/drawing/2014/main" id="{C0ED3065-FF93-46E7-A78C-AF340786F025}"/>
                </a:ext>
              </a:extLst>
            </p:cNvPr>
            <p:cNvSpPr/>
            <p:nvPr/>
          </p:nvSpPr>
          <p:spPr>
            <a:xfrm>
              <a:off x="164616" y="178180"/>
              <a:ext cx="47829" cy="284416"/>
            </a:xfrm>
            <a:prstGeom prst="rect">
              <a:avLst/>
            </a:prstGeom>
            <a:solidFill>
              <a:srgbClr val="314865"/>
            </a:solidFill>
            <a:ln>
              <a:solidFill>
                <a:srgbClr val="3148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
          <p:nvSpPr>
            <p:cNvPr id="46" name="矩形 45">
              <a:extLst>
                <a:ext uri="{FF2B5EF4-FFF2-40B4-BE49-F238E27FC236}">
                  <a16:creationId xmlns:a16="http://schemas.microsoft.com/office/drawing/2014/main" id="{4F33D129-DCE0-421A-968D-70DD06CEAA65}"/>
                </a:ext>
              </a:extLst>
            </p:cNvPr>
            <p:cNvSpPr/>
            <p:nvPr/>
          </p:nvSpPr>
          <p:spPr>
            <a:xfrm>
              <a:off x="275779" y="252586"/>
              <a:ext cx="47828" cy="210010"/>
            </a:xfrm>
            <a:prstGeom prst="rect">
              <a:avLst/>
            </a:prstGeom>
            <a:solidFill>
              <a:srgbClr val="314865"/>
            </a:solidFill>
            <a:ln>
              <a:solidFill>
                <a:srgbClr val="3148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
          <p:nvSpPr>
            <p:cNvPr id="47" name="矩形 46">
              <a:extLst>
                <a:ext uri="{FF2B5EF4-FFF2-40B4-BE49-F238E27FC236}">
                  <a16:creationId xmlns:a16="http://schemas.microsoft.com/office/drawing/2014/main" id="{8B667072-A78C-44AC-80E8-23E10E8E3B9D}"/>
                </a:ext>
              </a:extLst>
            </p:cNvPr>
            <p:cNvSpPr/>
            <p:nvPr/>
          </p:nvSpPr>
          <p:spPr>
            <a:xfrm flipH="1">
              <a:off x="377808" y="320388"/>
              <a:ext cx="47827" cy="142208"/>
            </a:xfrm>
            <a:prstGeom prst="rect">
              <a:avLst/>
            </a:prstGeom>
            <a:solidFill>
              <a:srgbClr val="314865"/>
            </a:solidFill>
            <a:ln>
              <a:solidFill>
                <a:srgbClr val="3148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grpSp>
      <p:sp>
        <p:nvSpPr>
          <p:cNvPr id="2" name="文本框 1">
            <a:extLst>
              <a:ext uri="{FF2B5EF4-FFF2-40B4-BE49-F238E27FC236}">
                <a16:creationId xmlns:a16="http://schemas.microsoft.com/office/drawing/2014/main" id="{10656058-A3BA-FED1-B6CB-1B397CF86720}"/>
              </a:ext>
            </a:extLst>
          </p:cNvPr>
          <p:cNvSpPr txBox="1"/>
          <p:nvPr/>
        </p:nvSpPr>
        <p:spPr>
          <a:xfrm>
            <a:off x="634481" y="795806"/>
            <a:ext cx="4156975" cy="400110"/>
          </a:xfrm>
          <a:prstGeom prst="rect">
            <a:avLst/>
          </a:prstGeom>
          <a:noFill/>
        </p:spPr>
        <p:txBody>
          <a:bodyPr wrap="square" rtlCol="0">
            <a:spAutoFit/>
          </a:bodyPr>
          <a:lstStyle/>
          <a:p>
            <a:r>
              <a:rPr lang="zh-CN" altLang="en-US" sz="2000" dirty="0">
                <a:solidFill>
                  <a:srgbClr val="314865"/>
                </a:solidFill>
                <a:latin typeface="Arial"/>
                <a:cs typeface="+mn-ea"/>
              </a:rPr>
              <a:t>（</a:t>
            </a:r>
            <a:r>
              <a:rPr lang="en-US" altLang="zh-CN" sz="2000" dirty="0">
                <a:solidFill>
                  <a:srgbClr val="314865"/>
                </a:solidFill>
                <a:latin typeface="Arial"/>
                <a:cs typeface="+mn-ea"/>
              </a:rPr>
              <a:t>2</a:t>
            </a:r>
            <a:r>
              <a:rPr lang="zh-CN" altLang="en-US" sz="2000" dirty="0">
                <a:solidFill>
                  <a:srgbClr val="314865"/>
                </a:solidFill>
                <a:latin typeface="Arial"/>
                <a:cs typeface="+mn-ea"/>
              </a:rPr>
              <a:t>）用户和管理员登录活动图</a:t>
            </a:r>
          </a:p>
        </p:txBody>
      </p:sp>
      <p:sp>
        <p:nvSpPr>
          <p:cNvPr id="6" name="文本框 5">
            <a:extLst>
              <a:ext uri="{FF2B5EF4-FFF2-40B4-BE49-F238E27FC236}">
                <a16:creationId xmlns:a16="http://schemas.microsoft.com/office/drawing/2014/main" id="{15ED4704-1A28-9A39-0CB7-1B03E97247BF}"/>
              </a:ext>
            </a:extLst>
          </p:cNvPr>
          <p:cNvSpPr txBox="1"/>
          <p:nvPr/>
        </p:nvSpPr>
        <p:spPr>
          <a:xfrm>
            <a:off x="802433" y="1286656"/>
            <a:ext cx="10353247" cy="646331"/>
          </a:xfrm>
          <a:prstGeom prst="rect">
            <a:avLst/>
          </a:prstGeom>
          <a:noFill/>
        </p:spPr>
        <p:txBody>
          <a:bodyPr wrap="square" rtlCol="0">
            <a:spAutoFit/>
          </a:bodyPr>
          <a:lstStyle/>
          <a:p>
            <a:pPr algn="just"/>
            <a:r>
              <a:rPr lang="zh-CN" altLang="en-US" dirty="0">
                <a:solidFill>
                  <a:srgbClr val="314865"/>
                </a:solidFill>
                <a:latin typeface="Arial"/>
                <a:cs typeface="+mn-ea"/>
              </a:rPr>
              <a:t>当用户或者管理员需要进行登录的时候，要先输账号和密码，系统后台进行</a:t>
            </a:r>
            <a:r>
              <a:rPr lang="zh-CN" altLang="en-US">
                <a:solidFill>
                  <a:srgbClr val="314865"/>
                </a:solidFill>
                <a:latin typeface="Arial"/>
                <a:cs typeface="+mn-ea"/>
              </a:rPr>
              <a:t>匹配账号</a:t>
            </a:r>
            <a:r>
              <a:rPr lang="zh-CN" altLang="en-US" dirty="0">
                <a:solidFill>
                  <a:srgbClr val="314865"/>
                </a:solidFill>
                <a:latin typeface="Arial"/>
                <a:cs typeface="+mn-ea"/>
              </a:rPr>
              <a:t>和密码，如果成功则保存信息</a:t>
            </a:r>
            <a:r>
              <a:rPr lang="zh-CN" altLang="en-US">
                <a:solidFill>
                  <a:srgbClr val="314865"/>
                </a:solidFill>
                <a:latin typeface="Arial"/>
                <a:cs typeface="+mn-ea"/>
              </a:rPr>
              <a:t>到 </a:t>
            </a:r>
            <a:r>
              <a:rPr lang="en-US" altLang="zh-CN" dirty="0">
                <a:solidFill>
                  <a:srgbClr val="314865"/>
                </a:solidFill>
                <a:latin typeface="Arial"/>
                <a:cs typeface="+mn-ea"/>
              </a:rPr>
              <a:t>session</a:t>
            </a:r>
            <a:r>
              <a:rPr lang="zh-CN" altLang="en-US" dirty="0">
                <a:solidFill>
                  <a:srgbClr val="314865"/>
                </a:solidFill>
                <a:latin typeface="Arial"/>
                <a:cs typeface="+mn-ea"/>
              </a:rPr>
              <a:t>，如果失败则提示失败。</a:t>
            </a:r>
          </a:p>
        </p:txBody>
      </p:sp>
      <p:pic>
        <p:nvPicPr>
          <p:cNvPr id="7" name="图片 6">
            <a:extLst>
              <a:ext uri="{FF2B5EF4-FFF2-40B4-BE49-F238E27FC236}">
                <a16:creationId xmlns:a16="http://schemas.microsoft.com/office/drawing/2014/main" id="{33587324-4D1D-8512-740B-A46140D8058C}"/>
              </a:ext>
            </a:extLst>
          </p:cNvPr>
          <p:cNvPicPr>
            <a:picLocks noChangeAspect="1"/>
          </p:cNvPicPr>
          <p:nvPr/>
        </p:nvPicPr>
        <p:blipFill>
          <a:blip r:embed="rId3"/>
          <a:stretch>
            <a:fillRect/>
          </a:stretch>
        </p:blipFill>
        <p:spPr>
          <a:xfrm>
            <a:off x="3905442" y="2023727"/>
            <a:ext cx="4381116" cy="4342937"/>
          </a:xfrm>
          <a:prstGeom prst="rect">
            <a:avLst/>
          </a:prstGeom>
        </p:spPr>
      </p:pic>
    </p:spTree>
    <p:extLst>
      <p:ext uri="{BB962C8B-B14F-4D97-AF65-F5344CB8AC3E}">
        <p14:creationId xmlns:p14="http://schemas.microsoft.com/office/powerpoint/2010/main" val="194558517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2" name="组合 41">
            <a:extLst>
              <a:ext uri="{FF2B5EF4-FFF2-40B4-BE49-F238E27FC236}">
                <a16:creationId xmlns:a16="http://schemas.microsoft.com/office/drawing/2014/main" id="{1ABEDB34-8D7D-4F95-B061-3F80AAFBFA77}"/>
              </a:ext>
            </a:extLst>
          </p:cNvPr>
          <p:cNvGrpSpPr/>
          <p:nvPr/>
        </p:nvGrpSpPr>
        <p:grpSpPr>
          <a:xfrm>
            <a:off x="164616" y="178180"/>
            <a:ext cx="2804616" cy="368580"/>
            <a:chOff x="164616" y="178180"/>
            <a:chExt cx="2804616" cy="368580"/>
          </a:xfrm>
        </p:grpSpPr>
        <p:cxnSp>
          <p:nvCxnSpPr>
            <p:cNvPr id="43" name="直接连接符 42">
              <a:extLst>
                <a:ext uri="{FF2B5EF4-FFF2-40B4-BE49-F238E27FC236}">
                  <a16:creationId xmlns:a16="http://schemas.microsoft.com/office/drawing/2014/main" id="{47AFA606-6701-49F4-A8BE-35A4D8A4DE05}"/>
                </a:ext>
              </a:extLst>
            </p:cNvPr>
            <p:cNvCxnSpPr>
              <a:cxnSpLocks/>
            </p:cNvCxnSpPr>
            <p:nvPr/>
          </p:nvCxnSpPr>
          <p:spPr>
            <a:xfrm flipV="1">
              <a:off x="164616" y="535956"/>
              <a:ext cx="2804616" cy="10804"/>
            </a:xfrm>
            <a:prstGeom prst="line">
              <a:avLst/>
            </a:prstGeom>
            <a:ln>
              <a:solidFill>
                <a:srgbClr val="314865"/>
              </a:solidFill>
            </a:ln>
          </p:spPr>
          <p:style>
            <a:lnRef idx="1">
              <a:schemeClr val="accent1"/>
            </a:lnRef>
            <a:fillRef idx="0">
              <a:schemeClr val="accent1"/>
            </a:fillRef>
            <a:effectRef idx="0">
              <a:schemeClr val="accent1"/>
            </a:effectRef>
            <a:fontRef idx="minor">
              <a:schemeClr val="tx1"/>
            </a:fontRef>
          </p:style>
        </p:cxnSp>
        <p:sp>
          <p:nvSpPr>
            <p:cNvPr id="44" name="文本框 43">
              <a:extLst>
                <a:ext uri="{FF2B5EF4-FFF2-40B4-BE49-F238E27FC236}">
                  <a16:creationId xmlns:a16="http://schemas.microsoft.com/office/drawing/2014/main" id="{92997A45-AA42-4E5B-8211-228C466B9130}"/>
                </a:ext>
              </a:extLst>
            </p:cNvPr>
            <p:cNvSpPr txBox="1"/>
            <p:nvPr/>
          </p:nvSpPr>
          <p:spPr>
            <a:xfrm>
              <a:off x="534486" y="178180"/>
              <a:ext cx="2434746" cy="338554"/>
            </a:xfrm>
            <a:prstGeom prst="rect">
              <a:avLst/>
            </a:prstGeom>
            <a:noFill/>
          </p:spPr>
          <p:txBody>
            <a:bodyPr wrap="square" rtlCol="0">
              <a:spAutoFit/>
            </a:bodyPr>
            <a:lstStyle/>
            <a:p>
              <a:pPr algn="ctr">
                <a:spcBef>
                  <a:spcPct val="20000"/>
                </a:spcBef>
                <a:buClr>
                  <a:schemeClr val="hlink"/>
                </a:buClr>
                <a:buSzPct val="65000"/>
              </a:pPr>
              <a:r>
                <a:rPr lang="zh-CN" altLang="en-US" sz="1600" b="1" dirty="0">
                  <a:solidFill>
                    <a:srgbClr val="314865"/>
                  </a:solidFill>
                  <a:effectLst>
                    <a:innerShdw blurRad="63500" dist="50800" dir="13500000">
                      <a:prstClr val="black">
                        <a:alpha val="50000"/>
                      </a:prstClr>
                    </a:innerShdw>
                  </a:effectLst>
                  <a:latin typeface="Arial"/>
                  <a:ea typeface="微软雅黑"/>
                  <a:sym typeface="Arial"/>
                </a:rPr>
                <a:t>系统功能设计</a:t>
              </a:r>
            </a:p>
          </p:txBody>
        </p:sp>
        <p:sp>
          <p:nvSpPr>
            <p:cNvPr id="45" name="矩形 44">
              <a:extLst>
                <a:ext uri="{FF2B5EF4-FFF2-40B4-BE49-F238E27FC236}">
                  <a16:creationId xmlns:a16="http://schemas.microsoft.com/office/drawing/2014/main" id="{C0ED3065-FF93-46E7-A78C-AF340786F025}"/>
                </a:ext>
              </a:extLst>
            </p:cNvPr>
            <p:cNvSpPr/>
            <p:nvPr/>
          </p:nvSpPr>
          <p:spPr>
            <a:xfrm>
              <a:off x="164616" y="178180"/>
              <a:ext cx="47829" cy="284416"/>
            </a:xfrm>
            <a:prstGeom prst="rect">
              <a:avLst/>
            </a:prstGeom>
            <a:solidFill>
              <a:srgbClr val="314865"/>
            </a:solidFill>
            <a:ln>
              <a:solidFill>
                <a:srgbClr val="3148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
          <p:nvSpPr>
            <p:cNvPr id="46" name="矩形 45">
              <a:extLst>
                <a:ext uri="{FF2B5EF4-FFF2-40B4-BE49-F238E27FC236}">
                  <a16:creationId xmlns:a16="http://schemas.microsoft.com/office/drawing/2014/main" id="{4F33D129-DCE0-421A-968D-70DD06CEAA65}"/>
                </a:ext>
              </a:extLst>
            </p:cNvPr>
            <p:cNvSpPr/>
            <p:nvPr/>
          </p:nvSpPr>
          <p:spPr>
            <a:xfrm>
              <a:off x="275779" y="252586"/>
              <a:ext cx="47828" cy="210010"/>
            </a:xfrm>
            <a:prstGeom prst="rect">
              <a:avLst/>
            </a:prstGeom>
            <a:solidFill>
              <a:srgbClr val="314865"/>
            </a:solidFill>
            <a:ln>
              <a:solidFill>
                <a:srgbClr val="3148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
          <p:nvSpPr>
            <p:cNvPr id="47" name="矩形 46">
              <a:extLst>
                <a:ext uri="{FF2B5EF4-FFF2-40B4-BE49-F238E27FC236}">
                  <a16:creationId xmlns:a16="http://schemas.microsoft.com/office/drawing/2014/main" id="{8B667072-A78C-44AC-80E8-23E10E8E3B9D}"/>
                </a:ext>
              </a:extLst>
            </p:cNvPr>
            <p:cNvSpPr/>
            <p:nvPr/>
          </p:nvSpPr>
          <p:spPr>
            <a:xfrm flipH="1">
              <a:off x="377808" y="320388"/>
              <a:ext cx="47827" cy="142208"/>
            </a:xfrm>
            <a:prstGeom prst="rect">
              <a:avLst/>
            </a:prstGeom>
            <a:solidFill>
              <a:srgbClr val="314865"/>
            </a:solidFill>
            <a:ln>
              <a:solidFill>
                <a:srgbClr val="3148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grpSp>
      <p:sp>
        <p:nvSpPr>
          <p:cNvPr id="2" name="文本框 1">
            <a:extLst>
              <a:ext uri="{FF2B5EF4-FFF2-40B4-BE49-F238E27FC236}">
                <a16:creationId xmlns:a16="http://schemas.microsoft.com/office/drawing/2014/main" id="{10656058-A3BA-FED1-B6CB-1B397CF86720}"/>
              </a:ext>
            </a:extLst>
          </p:cNvPr>
          <p:cNvSpPr txBox="1"/>
          <p:nvPr/>
        </p:nvSpPr>
        <p:spPr>
          <a:xfrm>
            <a:off x="634481" y="795806"/>
            <a:ext cx="4156975" cy="400110"/>
          </a:xfrm>
          <a:prstGeom prst="rect">
            <a:avLst/>
          </a:prstGeom>
          <a:noFill/>
        </p:spPr>
        <p:txBody>
          <a:bodyPr wrap="square" rtlCol="0">
            <a:spAutoFit/>
          </a:bodyPr>
          <a:lstStyle/>
          <a:p>
            <a:r>
              <a:rPr lang="zh-CN" altLang="en-US" sz="2000">
                <a:solidFill>
                  <a:srgbClr val="314865"/>
                </a:solidFill>
                <a:latin typeface="Arial"/>
                <a:cs typeface="+mn-ea"/>
              </a:rPr>
              <a:t>（</a:t>
            </a:r>
            <a:r>
              <a:rPr lang="en-US" altLang="zh-CN" sz="2000">
                <a:solidFill>
                  <a:srgbClr val="314865"/>
                </a:solidFill>
                <a:latin typeface="Arial"/>
                <a:cs typeface="+mn-ea"/>
              </a:rPr>
              <a:t>3</a:t>
            </a:r>
            <a:r>
              <a:rPr lang="zh-CN" altLang="en-US" sz="2000">
                <a:solidFill>
                  <a:srgbClr val="314865"/>
                </a:solidFill>
                <a:latin typeface="Arial"/>
                <a:cs typeface="+mn-ea"/>
              </a:rPr>
              <a:t>）管理产品活动图</a:t>
            </a:r>
            <a:endParaRPr lang="zh-CN" altLang="en-US" sz="2000" dirty="0">
              <a:solidFill>
                <a:srgbClr val="314865"/>
              </a:solidFill>
              <a:latin typeface="Arial"/>
              <a:cs typeface="+mn-ea"/>
            </a:endParaRPr>
          </a:p>
        </p:txBody>
      </p:sp>
      <p:sp>
        <p:nvSpPr>
          <p:cNvPr id="6" name="文本框 5">
            <a:extLst>
              <a:ext uri="{FF2B5EF4-FFF2-40B4-BE49-F238E27FC236}">
                <a16:creationId xmlns:a16="http://schemas.microsoft.com/office/drawing/2014/main" id="{15ED4704-1A28-9A39-0CB7-1B03E97247BF}"/>
              </a:ext>
            </a:extLst>
          </p:cNvPr>
          <p:cNvSpPr txBox="1"/>
          <p:nvPr/>
        </p:nvSpPr>
        <p:spPr>
          <a:xfrm>
            <a:off x="802433" y="1286656"/>
            <a:ext cx="10353247" cy="646331"/>
          </a:xfrm>
          <a:prstGeom prst="rect">
            <a:avLst/>
          </a:prstGeom>
          <a:noFill/>
        </p:spPr>
        <p:txBody>
          <a:bodyPr wrap="square" rtlCol="0">
            <a:spAutoFit/>
          </a:bodyPr>
          <a:lstStyle/>
          <a:p>
            <a:pPr algn="just"/>
            <a:r>
              <a:rPr lang="zh-CN" altLang="en-US">
                <a:solidFill>
                  <a:srgbClr val="314865"/>
                </a:solidFill>
                <a:latin typeface="Arial"/>
                <a:cs typeface="+mn-ea"/>
              </a:rPr>
              <a:t>管理员对产品进行管理首先要登录，点击产品管理，查看到产品列表页，可以对产品进查询，可以进入详情页修改产品的一些参数，也可以添加一件新的产品。</a:t>
            </a:r>
            <a:endParaRPr lang="zh-CN" altLang="en-US" dirty="0">
              <a:solidFill>
                <a:srgbClr val="314865"/>
              </a:solidFill>
              <a:latin typeface="Arial"/>
              <a:cs typeface="+mn-ea"/>
            </a:endParaRPr>
          </a:p>
        </p:txBody>
      </p:sp>
      <p:pic>
        <p:nvPicPr>
          <p:cNvPr id="4" name="图片 3">
            <a:extLst>
              <a:ext uri="{FF2B5EF4-FFF2-40B4-BE49-F238E27FC236}">
                <a16:creationId xmlns:a16="http://schemas.microsoft.com/office/drawing/2014/main" id="{8955BF3E-80D8-11C7-8697-AFCEB85D0AF0}"/>
              </a:ext>
            </a:extLst>
          </p:cNvPr>
          <p:cNvPicPr>
            <a:picLocks noChangeAspect="1"/>
          </p:cNvPicPr>
          <p:nvPr/>
        </p:nvPicPr>
        <p:blipFill>
          <a:blip r:embed="rId3"/>
          <a:stretch>
            <a:fillRect/>
          </a:stretch>
        </p:blipFill>
        <p:spPr>
          <a:xfrm>
            <a:off x="4207764" y="2023727"/>
            <a:ext cx="3776472" cy="4166061"/>
          </a:xfrm>
          <a:prstGeom prst="rect">
            <a:avLst/>
          </a:prstGeom>
        </p:spPr>
      </p:pic>
    </p:spTree>
    <p:extLst>
      <p:ext uri="{BB962C8B-B14F-4D97-AF65-F5344CB8AC3E}">
        <p14:creationId xmlns:p14="http://schemas.microsoft.com/office/powerpoint/2010/main" val="373759946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2" name="组合 41">
            <a:extLst>
              <a:ext uri="{FF2B5EF4-FFF2-40B4-BE49-F238E27FC236}">
                <a16:creationId xmlns:a16="http://schemas.microsoft.com/office/drawing/2014/main" id="{1ABEDB34-8D7D-4F95-B061-3F80AAFBFA77}"/>
              </a:ext>
            </a:extLst>
          </p:cNvPr>
          <p:cNvGrpSpPr/>
          <p:nvPr/>
        </p:nvGrpSpPr>
        <p:grpSpPr>
          <a:xfrm>
            <a:off x="164616" y="178180"/>
            <a:ext cx="2804616" cy="368580"/>
            <a:chOff x="164616" y="178180"/>
            <a:chExt cx="2804616" cy="368580"/>
          </a:xfrm>
        </p:grpSpPr>
        <p:cxnSp>
          <p:nvCxnSpPr>
            <p:cNvPr id="43" name="直接连接符 42">
              <a:extLst>
                <a:ext uri="{FF2B5EF4-FFF2-40B4-BE49-F238E27FC236}">
                  <a16:creationId xmlns:a16="http://schemas.microsoft.com/office/drawing/2014/main" id="{47AFA606-6701-49F4-A8BE-35A4D8A4DE05}"/>
                </a:ext>
              </a:extLst>
            </p:cNvPr>
            <p:cNvCxnSpPr>
              <a:cxnSpLocks/>
            </p:cNvCxnSpPr>
            <p:nvPr/>
          </p:nvCxnSpPr>
          <p:spPr>
            <a:xfrm flipV="1">
              <a:off x="164616" y="535956"/>
              <a:ext cx="2804616" cy="10804"/>
            </a:xfrm>
            <a:prstGeom prst="line">
              <a:avLst/>
            </a:prstGeom>
            <a:ln>
              <a:solidFill>
                <a:srgbClr val="314865"/>
              </a:solidFill>
            </a:ln>
          </p:spPr>
          <p:style>
            <a:lnRef idx="1">
              <a:schemeClr val="accent1"/>
            </a:lnRef>
            <a:fillRef idx="0">
              <a:schemeClr val="accent1"/>
            </a:fillRef>
            <a:effectRef idx="0">
              <a:schemeClr val="accent1"/>
            </a:effectRef>
            <a:fontRef idx="minor">
              <a:schemeClr val="tx1"/>
            </a:fontRef>
          </p:style>
        </p:cxnSp>
        <p:sp>
          <p:nvSpPr>
            <p:cNvPr id="44" name="文本框 43">
              <a:extLst>
                <a:ext uri="{FF2B5EF4-FFF2-40B4-BE49-F238E27FC236}">
                  <a16:creationId xmlns:a16="http://schemas.microsoft.com/office/drawing/2014/main" id="{92997A45-AA42-4E5B-8211-228C466B9130}"/>
                </a:ext>
              </a:extLst>
            </p:cNvPr>
            <p:cNvSpPr txBox="1"/>
            <p:nvPr/>
          </p:nvSpPr>
          <p:spPr>
            <a:xfrm>
              <a:off x="534486" y="178180"/>
              <a:ext cx="2434746" cy="338554"/>
            </a:xfrm>
            <a:prstGeom prst="rect">
              <a:avLst/>
            </a:prstGeom>
            <a:noFill/>
          </p:spPr>
          <p:txBody>
            <a:bodyPr wrap="square" rtlCol="0">
              <a:spAutoFit/>
            </a:bodyPr>
            <a:lstStyle/>
            <a:p>
              <a:pPr algn="ctr">
                <a:spcBef>
                  <a:spcPct val="20000"/>
                </a:spcBef>
                <a:buClr>
                  <a:schemeClr val="hlink"/>
                </a:buClr>
                <a:buSzPct val="65000"/>
              </a:pPr>
              <a:r>
                <a:rPr lang="zh-CN" altLang="en-US" sz="1600" b="1" dirty="0">
                  <a:solidFill>
                    <a:srgbClr val="314865"/>
                  </a:solidFill>
                  <a:effectLst>
                    <a:innerShdw blurRad="63500" dist="50800" dir="13500000">
                      <a:prstClr val="black">
                        <a:alpha val="50000"/>
                      </a:prstClr>
                    </a:innerShdw>
                  </a:effectLst>
                  <a:latin typeface="Arial"/>
                  <a:ea typeface="微软雅黑"/>
                  <a:sym typeface="Arial"/>
                </a:rPr>
                <a:t>系统功能设计</a:t>
              </a:r>
            </a:p>
          </p:txBody>
        </p:sp>
        <p:sp>
          <p:nvSpPr>
            <p:cNvPr id="45" name="矩形 44">
              <a:extLst>
                <a:ext uri="{FF2B5EF4-FFF2-40B4-BE49-F238E27FC236}">
                  <a16:creationId xmlns:a16="http://schemas.microsoft.com/office/drawing/2014/main" id="{C0ED3065-FF93-46E7-A78C-AF340786F025}"/>
                </a:ext>
              </a:extLst>
            </p:cNvPr>
            <p:cNvSpPr/>
            <p:nvPr/>
          </p:nvSpPr>
          <p:spPr>
            <a:xfrm>
              <a:off x="164616" y="178180"/>
              <a:ext cx="47829" cy="284416"/>
            </a:xfrm>
            <a:prstGeom prst="rect">
              <a:avLst/>
            </a:prstGeom>
            <a:solidFill>
              <a:srgbClr val="314865"/>
            </a:solidFill>
            <a:ln>
              <a:solidFill>
                <a:srgbClr val="3148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
          <p:nvSpPr>
            <p:cNvPr id="46" name="矩形 45">
              <a:extLst>
                <a:ext uri="{FF2B5EF4-FFF2-40B4-BE49-F238E27FC236}">
                  <a16:creationId xmlns:a16="http://schemas.microsoft.com/office/drawing/2014/main" id="{4F33D129-DCE0-421A-968D-70DD06CEAA65}"/>
                </a:ext>
              </a:extLst>
            </p:cNvPr>
            <p:cNvSpPr/>
            <p:nvPr/>
          </p:nvSpPr>
          <p:spPr>
            <a:xfrm>
              <a:off x="275779" y="252586"/>
              <a:ext cx="47828" cy="210010"/>
            </a:xfrm>
            <a:prstGeom prst="rect">
              <a:avLst/>
            </a:prstGeom>
            <a:solidFill>
              <a:srgbClr val="314865"/>
            </a:solidFill>
            <a:ln>
              <a:solidFill>
                <a:srgbClr val="3148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
          <p:nvSpPr>
            <p:cNvPr id="47" name="矩形 46">
              <a:extLst>
                <a:ext uri="{FF2B5EF4-FFF2-40B4-BE49-F238E27FC236}">
                  <a16:creationId xmlns:a16="http://schemas.microsoft.com/office/drawing/2014/main" id="{8B667072-A78C-44AC-80E8-23E10E8E3B9D}"/>
                </a:ext>
              </a:extLst>
            </p:cNvPr>
            <p:cNvSpPr/>
            <p:nvPr/>
          </p:nvSpPr>
          <p:spPr>
            <a:xfrm flipH="1">
              <a:off x="377808" y="320388"/>
              <a:ext cx="47827" cy="142208"/>
            </a:xfrm>
            <a:prstGeom prst="rect">
              <a:avLst/>
            </a:prstGeom>
            <a:solidFill>
              <a:srgbClr val="314865"/>
            </a:solidFill>
            <a:ln>
              <a:solidFill>
                <a:srgbClr val="3148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grpSp>
      <p:sp>
        <p:nvSpPr>
          <p:cNvPr id="2" name="文本框 1">
            <a:extLst>
              <a:ext uri="{FF2B5EF4-FFF2-40B4-BE49-F238E27FC236}">
                <a16:creationId xmlns:a16="http://schemas.microsoft.com/office/drawing/2014/main" id="{10656058-A3BA-FED1-B6CB-1B397CF86720}"/>
              </a:ext>
            </a:extLst>
          </p:cNvPr>
          <p:cNvSpPr txBox="1"/>
          <p:nvPr/>
        </p:nvSpPr>
        <p:spPr>
          <a:xfrm>
            <a:off x="634481" y="795806"/>
            <a:ext cx="4156975" cy="400110"/>
          </a:xfrm>
          <a:prstGeom prst="rect">
            <a:avLst/>
          </a:prstGeom>
          <a:noFill/>
        </p:spPr>
        <p:txBody>
          <a:bodyPr wrap="square" rtlCol="0">
            <a:spAutoFit/>
          </a:bodyPr>
          <a:lstStyle/>
          <a:p>
            <a:r>
              <a:rPr lang="zh-CN" altLang="en-US" sz="2000">
                <a:solidFill>
                  <a:srgbClr val="314865"/>
                </a:solidFill>
                <a:latin typeface="Arial"/>
                <a:cs typeface="+mn-ea"/>
              </a:rPr>
              <a:t>（</a:t>
            </a:r>
            <a:r>
              <a:rPr lang="en-US" altLang="zh-CN" sz="2000">
                <a:solidFill>
                  <a:srgbClr val="314865"/>
                </a:solidFill>
                <a:latin typeface="Arial"/>
                <a:cs typeface="+mn-ea"/>
              </a:rPr>
              <a:t>4</a:t>
            </a:r>
            <a:r>
              <a:rPr lang="zh-CN" altLang="en-US" sz="2000">
                <a:solidFill>
                  <a:srgbClr val="314865"/>
                </a:solidFill>
                <a:latin typeface="Arial"/>
                <a:cs typeface="+mn-ea"/>
              </a:rPr>
              <a:t>）订单活动图</a:t>
            </a:r>
            <a:endParaRPr lang="zh-CN" altLang="en-US" sz="2000" dirty="0">
              <a:solidFill>
                <a:srgbClr val="314865"/>
              </a:solidFill>
              <a:latin typeface="Arial"/>
              <a:cs typeface="+mn-ea"/>
            </a:endParaRPr>
          </a:p>
        </p:txBody>
      </p:sp>
      <p:sp>
        <p:nvSpPr>
          <p:cNvPr id="6" name="文本框 5">
            <a:extLst>
              <a:ext uri="{FF2B5EF4-FFF2-40B4-BE49-F238E27FC236}">
                <a16:creationId xmlns:a16="http://schemas.microsoft.com/office/drawing/2014/main" id="{15ED4704-1A28-9A39-0CB7-1B03E97247BF}"/>
              </a:ext>
            </a:extLst>
          </p:cNvPr>
          <p:cNvSpPr txBox="1"/>
          <p:nvPr/>
        </p:nvSpPr>
        <p:spPr>
          <a:xfrm>
            <a:off x="802433" y="1286656"/>
            <a:ext cx="10353247" cy="646331"/>
          </a:xfrm>
          <a:prstGeom prst="rect">
            <a:avLst/>
          </a:prstGeom>
          <a:noFill/>
        </p:spPr>
        <p:txBody>
          <a:bodyPr wrap="square" rtlCol="0">
            <a:spAutoFit/>
          </a:bodyPr>
          <a:lstStyle/>
          <a:p>
            <a:pPr algn="just"/>
            <a:r>
              <a:rPr lang="zh-CN" altLang="en-US">
                <a:solidFill>
                  <a:srgbClr val="314865"/>
                </a:solidFill>
                <a:latin typeface="Arial"/>
                <a:cs typeface="+mn-ea"/>
              </a:rPr>
              <a:t>当用户购买产品之前需要生成一个订单，登录之后，点击购买或者在购物车中选择付款商品点击确定即可生成一个订单。</a:t>
            </a:r>
            <a:endParaRPr lang="zh-CN" altLang="en-US" dirty="0">
              <a:solidFill>
                <a:srgbClr val="314865"/>
              </a:solidFill>
              <a:latin typeface="Arial"/>
              <a:cs typeface="+mn-ea"/>
            </a:endParaRPr>
          </a:p>
        </p:txBody>
      </p:sp>
      <p:pic>
        <p:nvPicPr>
          <p:cNvPr id="5" name="图片 4">
            <a:extLst>
              <a:ext uri="{FF2B5EF4-FFF2-40B4-BE49-F238E27FC236}">
                <a16:creationId xmlns:a16="http://schemas.microsoft.com/office/drawing/2014/main" id="{EE48FEA2-FE2F-9638-E14F-B5A13BF1750D}"/>
              </a:ext>
            </a:extLst>
          </p:cNvPr>
          <p:cNvPicPr>
            <a:picLocks noChangeAspect="1"/>
          </p:cNvPicPr>
          <p:nvPr/>
        </p:nvPicPr>
        <p:blipFill>
          <a:blip r:embed="rId3"/>
          <a:stretch>
            <a:fillRect/>
          </a:stretch>
        </p:blipFill>
        <p:spPr>
          <a:xfrm>
            <a:off x="4459224" y="2032871"/>
            <a:ext cx="3273552" cy="4458669"/>
          </a:xfrm>
          <a:prstGeom prst="rect">
            <a:avLst/>
          </a:prstGeom>
        </p:spPr>
      </p:pic>
    </p:spTree>
    <p:extLst>
      <p:ext uri="{BB962C8B-B14F-4D97-AF65-F5344CB8AC3E}">
        <p14:creationId xmlns:p14="http://schemas.microsoft.com/office/powerpoint/2010/main" val="380219225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文本框 2"/>
          <p:cNvSpPr txBox="1">
            <a:spLocks noChangeArrowheads="1"/>
          </p:cNvSpPr>
          <p:nvPr>
            <p:custDataLst>
              <p:tags r:id="rId1"/>
            </p:custDataLst>
          </p:nvPr>
        </p:nvSpPr>
        <p:spPr bwMode="auto">
          <a:xfrm>
            <a:off x="1056625" y="2193837"/>
            <a:ext cx="2247543" cy="2246769"/>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r" eaLnBrk="1" hangingPunct="1"/>
            <a:r>
              <a:rPr lang="en-US" altLang="zh-CN" sz="14600" b="1">
                <a:solidFill>
                  <a:srgbClr val="314865"/>
                </a:solidFill>
                <a:latin typeface="Arial"/>
                <a:ea typeface="微软雅黑"/>
                <a:cs typeface="Times New Roman" panose="02020603050405020304" pitchFamily="18" charset="0"/>
                <a:sym typeface="Arial"/>
              </a:rPr>
              <a:t>05</a:t>
            </a:r>
            <a:endParaRPr lang="zh-CN" altLang="en-US" sz="14600" b="1" dirty="0">
              <a:solidFill>
                <a:srgbClr val="314865"/>
              </a:solidFill>
              <a:latin typeface="Arial"/>
              <a:ea typeface="微软雅黑"/>
              <a:cs typeface="Times New Roman" panose="02020603050405020304" pitchFamily="18" charset="0"/>
              <a:sym typeface="Arial"/>
            </a:endParaRPr>
          </a:p>
        </p:txBody>
      </p:sp>
      <p:cxnSp>
        <p:nvCxnSpPr>
          <p:cNvPr id="30" name="直接连接符 29"/>
          <p:cNvCxnSpPr>
            <a:cxnSpLocks/>
          </p:cNvCxnSpPr>
          <p:nvPr>
            <p:custDataLst>
              <p:tags r:id="rId2"/>
            </p:custDataLst>
          </p:nvPr>
        </p:nvCxnSpPr>
        <p:spPr>
          <a:xfrm>
            <a:off x="4269095" y="3974767"/>
            <a:ext cx="7186590" cy="0"/>
          </a:xfrm>
          <a:prstGeom prst="line">
            <a:avLst/>
          </a:prstGeom>
          <a:ln w="12700">
            <a:solidFill>
              <a:schemeClr val="tx1">
                <a:lumMod val="20000"/>
                <a:lumOff val="80000"/>
              </a:schemeClr>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32" name="矩形 31"/>
          <p:cNvSpPr/>
          <p:nvPr/>
        </p:nvSpPr>
        <p:spPr>
          <a:xfrm>
            <a:off x="4269095" y="2643919"/>
            <a:ext cx="7186590" cy="1015663"/>
          </a:xfrm>
          <a:prstGeom prst="rect">
            <a:avLst/>
          </a:prstGeom>
        </p:spPr>
        <p:txBody>
          <a:bodyPr wrap="square" lIns="0" tIns="0" rIns="0" bIns="0">
            <a:spAutoFit/>
          </a:bodyPr>
          <a:lstStyle/>
          <a:p>
            <a:pPr algn="ctr">
              <a:spcBef>
                <a:spcPct val="20000"/>
              </a:spcBef>
              <a:buClr>
                <a:schemeClr val="hlink"/>
              </a:buClr>
              <a:buSzPct val="65000"/>
            </a:pPr>
            <a:r>
              <a:rPr lang="zh-CN" altLang="en-US" sz="6600" b="1">
                <a:solidFill>
                  <a:srgbClr val="314865"/>
                </a:solidFill>
                <a:effectLst>
                  <a:innerShdw blurRad="63500" dist="50800" dir="13500000">
                    <a:prstClr val="black">
                      <a:alpha val="50000"/>
                    </a:prstClr>
                  </a:innerShdw>
                </a:effectLst>
                <a:latin typeface="Arial"/>
                <a:ea typeface="微软雅黑"/>
                <a:sym typeface="Arial"/>
              </a:rPr>
              <a:t>系统功能实现</a:t>
            </a:r>
            <a:endParaRPr lang="zh-CN" altLang="en-US" sz="6600" b="1" dirty="0">
              <a:solidFill>
                <a:srgbClr val="314865"/>
              </a:solidFill>
              <a:effectLst>
                <a:innerShdw blurRad="63500" dist="50800" dir="13500000">
                  <a:prstClr val="black">
                    <a:alpha val="50000"/>
                  </a:prstClr>
                </a:innerShdw>
              </a:effectLst>
              <a:latin typeface="Arial"/>
              <a:ea typeface="微软雅黑"/>
              <a:sym typeface="Arial"/>
            </a:endParaRPr>
          </a:p>
        </p:txBody>
      </p:sp>
      <p:grpSp>
        <p:nvGrpSpPr>
          <p:cNvPr id="18" name="组合 17">
            <a:extLst>
              <a:ext uri="{FF2B5EF4-FFF2-40B4-BE49-F238E27FC236}">
                <a16:creationId xmlns:a16="http://schemas.microsoft.com/office/drawing/2014/main" id="{1C01247D-0162-49DD-86DF-3BC7B90EA4BC}"/>
              </a:ext>
            </a:extLst>
          </p:cNvPr>
          <p:cNvGrpSpPr/>
          <p:nvPr/>
        </p:nvGrpSpPr>
        <p:grpSpPr>
          <a:xfrm>
            <a:off x="7781759" y="937931"/>
            <a:ext cx="2758272" cy="837788"/>
            <a:chOff x="4602145" y="211015"/>
            <a:chExt cx="2758272" cy="837788"/>
          </a:xfrm>
        </p:grpSpPr>
        <p:sp>
          <p:nvSpPr>
            <p:cNvPr id="20" name="流程图: 终止 19">
              <a:extLst>
                <a:ext uri="{FF2B5EF4-FFF2-40B4-BE49-F238E27FC236}">
                  <a16:creationId xmlns:a16="http://schemas.microsoft.com/office/drawing/2014/main" id="{996E1BFB-125C-45F3-AEC3-86319D368C23}"/>
                </a:ext>
              </a:extLst>
            </p:cNvPr>
            <p:cNvSpPr/>
            <p:nvPr/>
          </p:nvSpPr>
          <p:spPr>
            <a:xfrm>
              <a:off x="5521569" y="566482"/>
              <a:ext cx="1838848" cy="482321"/>
            </a:xfrm>
            <a:prstGeom prst="flowChartTerminator">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
          <p:nvSpPr>
            <p:cNvPr id="22" name="流程图: 终止 21">
              <a:extLst>
                <a:ext uri="{FF2B5EF4-FFF2-40B4-BE49-F238E27FC236}">
                  <a16:creationId xmlns:a16="http://schemas.microsoft.com/office/drawing/2014/main" id="{DEEDD79F-D6D2-4A19-A4F3-9B156BA42CB8}"/>
                </a:ext>
              </a:extLst>
            </p:cNvPr>
            <p:cNvSpPr/>
            <p:nvPr/>
          </p:nvSpPr>
          <p:spPr>
            <a:xfrm>
              <a:off x="4602145" y="211015"/>
              <a:ext cx="1838848" cy="482321"/>
            </a:xfrm>
            <a:prstGeom prst="flowChartTerminator">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
          <p:nvSpPr>
            <p:cNvPr id="23" name="流程图: 终止 22">
              <a:extLst>
                <a:ext uri="{FF2B5EF4-FFF2-40B4-BE49-F238E27FC236}">
                  <a16:creationId xmlns:a16="http://schemas.microsoft.com/office/drawing/2014/main" id="{5C74AD11-2929-4A85-9085-AB225DDC1B5C}"/>
                </a:ext>
              </a:extLst>
            </p:cNvPr>
            <p:cNvSpPr/>
            <p:nvPr/>
          </p:nvSpPr>
          <p:spPr>
            <a:xfrm>
              <a:off x="5521569" y="526200"/>
              <a:ext cx="1838848" cy="482321"/>
            </a:xfrm>
            <a:prstGeom prst="flowChartTermina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grpSp>
      <p:sp>
        <p:nvSpPr>
          <p:cNvPr id="24" name="矩形 23">
            <a:extLst>
              <a:ext uri="{FF2B5EF4-FFF2-40B4-BE49-F238E27FC236}">
                <a16:creationId xmlns:a16="http://schemas.microsoft.com/office/drawing/2014/main" id="{C73ADF1F-38EF-435B-AFE8-407670BA2596}"/>
              </a:ext>
            </a:extLst>
          </p:cNvPr>
          <p:cNvSpPr/>
          <p:nvPr/>
        </p:nvSpPr>
        <p:spPr>
          <a:xfrm>
            <a:off x="1056625" y="-1"/>
            <a:ext cx="2247543" cy="1775719"/>
          </a:xfrm>
          <a:prstGeom prst="rect">
            <a:avLst/>
          </a:prstGeom>
          <a:solidFill>
            <a:srgbClr val="3148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
        <p:nvSpPr>
          <p:cNvPr id="25" name="矩形 24">
            <a:extLst>
              <a:ext uri="{FF2B5EF4-FFF2-40B4-BE49-F238E27FC236}">
                <a16:creationId xmlns:a16="http://schemas.microsoft.com/office/drawing/2014/main" id="{65033491-2A2E-4558-B98A-7C1EC7A94119}"/>
              </a:ext>
            </a:extLst>
          </p:cNvPr>
          <p:cNvSpPr/>
          <p:nvPr/>
        </p:nvSpPr>
        <p:spPr>
          <a:xfrm>
            <a:off x="1056625" y="4913832"/>
            <a:ext cx="2247543" cy="1944168"/>
          </a:xfrm>
          <a:prstGeom prst="rect">
            <a:avLst/>
          </a:prstGeom>
          <a:solidFill>
            <a:srgbClr val="3148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Tree>
    <p:extLst>
      <p:ext uri="{BB962C8B-B14F-4D97-AF65-F5344CB8AC3E}">
        <p14:creationId xmlns:p14="http://schemas.microsoft.com/office/powerpoint/2010/main" val="6033739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500" fill="hold"/>
                                            <p:tgtEl>
                                              <p:spTgt spid="24"/>
                                            </p:tgtEl>
                                            <p:attrNameLst>
                                              <p:attrName>ppt_x</p:attrName>
                                            </p:attrNameLst>
                                          </p:cBhvr>
                                          <p:tavLst>
                                            <p:tav tm="0">
                                              <p:val>
                                                <p:strVal val="#ppt_x"/>
                                              </p:val>
                                            </p:tav>
                                            <p:tav tm="100000">
                                              <p:val>
                                                <p:strVal val="#ppt_x"/>
                                              </p:val>
                                            </p:tav>
                                          </p:tavLst>
                                        </p:anim>
                                        <p:anim calcmode="lin" valueType="num">
                                          <p:cBhvr additive="base">
                                            <p:cTn id="8" dur="500" fill="hold"/>
                                            <p:tgtEl>
                                              <p:spTgt spid="24"/>
                                            </p:tgtEl>
                                            <p:attrNameLst>
                                              <p:attrName>ppt_y</p:attrName>
                                            </p:attrNameLst>
                                          </p:cBhvr>
                                          <p:tavLst>
                                            <p:tav tm="0">
                                              <p:val>
                                                <p:strVal val="0-#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5"/>
                                            </p:tgtEl>
                                            <p:attrNameLst>
                                              <p:attrName>style.visibility</p:attrName>
                                            </p:attrNameLst>
                                          </p:cBhvr>
                                          <p:to>
                                            <p:strVal val="visible"/>
                                          </p:to>
                                        </p:set>
                                        <p:anim calcmode="lin" valueType="num">
                                          <p:cBhvr additive="base">
                                            <p:cTn id="11" dur="500" fill="hold"/>
                                            <p:tgtEl>
                                              <p:spTgt spid="25"/>
                                            </p:tgtEl>
                                            <p:attrNameLst>
                                              <p:attrName>ppt_x</p:attrName>
                                            </p:attrNameLst>
                                          </p:cBhvr>
                                          <p:tavLst>
                                            <p:tav tm="0">
                                              <p:val>
                                                <p:strVal val="#ppt_x"/>
                                              </p:val>
                                            </p:tav>
                                            <p:tav tm="100000">
                                              <p:val>
                                                <p:strVal val="#ppt_x"/>
                                              </p:val>
                                            </p:tav>
                                          </p:tavLst>
                                        </p:anim>
                                        <p:anim calcmode="lin" valueType="num">
                                          <p:cBhvr additive="base">
                                            <p:cTn id="12" dur="500" fill="hold"/>
                                            <p:tgtEl>
                                              <p:spTgt spid="25"/>
                                            </p:tgtEl>
                                            <p:attrNameLst>
                                              <p:attrName>ppt_y</p:attrName>
                                            </p:attrNameLst>
                                          </p:cBhvr>
                                          <p:tavLst>
                                            <p:tav tm="0">
                                              <p:val>
                                                <p:strVal val="1+#ppt_h/2"/>
                                              </p:val>
                                            </p:tav>
                                            <p:tav tm="100000">
                                              <p:val>
                                                <p:strVal val="#ppt_y"/>
                                              </p:val>
                                            </p:tav>
                                          </p:tavLst>
                                        </p:anim>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26"/>
                                            </p:tgtEl>
                                            <p:attrNameLst>
                                              <p:attrName>style.visibility</p:attrName>
                                            </p:attrNameLst>
                                          </p:cBhvr>
                                          <p:to>
                                            <p:strVal val="visible"/>
                                          </p:to>
                                        </p:set>
                                        <p:animEffect transition="in" filter="fade">
                                          <p:cBhvr>
                                            <p:cTn id="16" dur="500"/>
                                            <p:tgtEl>
                                              <p:spTgt spid="26"/>
                                            </p:tgtEl>
                                          </p:cBhvr>
                                        </p:animEffect>
                                      </p:childTnLst>
                                    </p:cTn>
                                  </p:par>
                                </p:childTnLst>
                              </p:cTn>
                            </p:par>
                            <p:par>
                              <p:cTn id="17" fill="hold">
                                <p:stCondLst>
                                  <p:cond delay="1000"/>
                                </p:stCondLst>
                                <p:childTnLst>
                                  <p:par>
                                    <p:cTn id="18" presetID="2" presetClass="entr" presetSubtype="2" fill="hold" nodeType="afterEffect" p14:presetBounceEnd="60000">
                                      <p:stCondLst>
                                        <p:cond delay="0"/>
                                      </p:stCondLst>
                                      <p:childTnLst>
                                        <p:set>
                                          <p:cBhvr>
                                            <p:cTn id="19" dur="1" fill="hold">
                                              <p:stCondLst>
                                                <p:cond delay="0"/>
                                              </p:stCondLst>
                                            </p:cTn>
                                            <p:tgtEl>
                                              <p:spTgt spid="18"/>
                                            </p:tgtEl>
                                            <p:attrNameLst>
                                              <p:attrName>style.visibility</p:attrName>
                                            </p:attrNameLst>
                                          </p:cBhvr>
                                          <p:to>
                                            <p:strVal val="visible"/>
                                          </p:to>
                                        </p:set>
                                        <p:anim calcmode="lin" valueType="num" p14:bounceEnd="60000">
                                          <p:cBhvr additive="base">
                                            <p:cTn id="20" dur="500" fill="hold"/>
                                            <p:tgtEl>
                                              <p:spTgt spid="18"/>
                                            </p:tgtEl>
                                            <p:attrNameLst>
                                              <p:attrName>ppt_x</p:attrName>
                                            </p:attrNameLst>
                                          </p:cBhvr>
                                          <p:tavLst>
                                            <p:tav tm="0">
                                              <p:val>
                                                <p:strVal val="1+#ppt_w/2"/>
                                              </p:val>
                                            </p:tav>
                                            <p:tav tm="100000">
                                              <p:val>
                                                <p:strVal val="#ppt_x"/>
                                              </p:val>
                                            </p:tav>
                                          </p:tavLst>
                                        </p:anim>
                                        <p:anim calcmode="lin" valueType="num" p14:bounceEnd="60000">
                                          <p:cBhvr additive="base">
                                            <p:cTn id="21" dur="500" fill="hold"/>
                                            <p:tgtEl>
                                              <p:spTgt spid="18"/>
                                            </p:tgtEl>
                                            <p:attrNameLst>
                                              <p:attrName>ppt_y</p:attrName>
                                            </p:attrNameLst>
                                          </p:cBhvr>
                                          <p:tavLst>
                                            <p:tav tm="0">
                                              <p:val>
                                                <p:strVal val="#ppt_y"/>
                                              </p:val>
                                            </p:tav>
                                            <p:tav tm="100000">
                                              <p:val>
                                                <p:strVal val="#ppt_y"/>
                                              </p:val>
                                            </p:tav>
                                          </p:tavLst>
                                        </p:anim>
                                      </p:childTnLst>
                                    </p:cTn>
                                  </p:par>
                                </p:childTnLst>
                              </p:cTn>
                            </p:par>
                            <p:par>
                              <p:cTn id="22" fill="hold">
                                <p:stCondLst>
                                  <p:cond delay="1500"/>
                                </p:stCondLst>
                                <p:childTnLst>
                                  <p:par>
                                    <p:cTn id="23" presetID="2" presetClass="entr" presetSubtype="1" fill="hold" grpId="0" nodeType="afterEffect">
                                      <p:stCondLst>
                                        <p:cond delay="0"/>
                                      </p:stCondLst>
                                      <p:childTnLst>
                                        <p:set>
                                          <p:cBhvr>
                                            <p:cTn id="24" dur="1" fill="hold">
                                              <p:stCondLst>
                                                <p:cond delay="0"/>
                                              </p:stCondLst>
                                            </p:cTn>
                                            <p:tgtEl>
                                              <p:spTgt spid="32"/>
                                            </p:tgtEl>
                                            <p:attrNameLst>
                                              <p:attrName>style.visibility</p:attrName>
                                            </p:attrNameLst>
                                          </p:cBhvr>
                                          <p:to>
                                            <p:strVal val="visible"/>
                                          </p:to>
                                        </p:set>
                                        <p:anim calcmode="lin" valueType="num">
                                          <p:cBhvr additive="base">
                                            <p:cTn id="25" dur="500" fill="hold"/>
                                            <p:tgtEl>
                                              <p:spTgt spid="32"/>
                                            </p:tgtEl>
                                            <p:attrNameLst>
                                              <p:attrName>ppt_x</p:attrName>
                                            </p:attrNameLst>
                                          </p:cBhvr>
                                          <p:tavLst>
                                            <p:tav tm="0">
                                              <p:val>
                                                <p:strVal val="#ppt_x"/>
                                              </p:val>
                                            </p:tav>
                                            <p:tav tm="100000">
                                              <p:val>
                                                <p:strVal val="#ppt_x"/>
                                              </p:val>
                                            </p:tav>
                                          </p:tavLst>
                                        </p:anim>
                                        <p:anim calcmode="lin" valueType="num">
                                          <p:cBhvr additive="base">
                                            <p:cTn id="26" dur="500" fill="hold"/>
                                            <p:tgtEl>
                                              <p:spTgt spid="32"/>
                                            </p:tgtEl>
                                            <p:attrNameLst>
                                              <p:attrName>ppt_y</p:attrName>
                                            </p:attrNameLst>
                                          </p:cBhvr>
                                          <p:tavLst>
                                            <p:tav tm="0">
                                              <p:val>
                                                <p:strVal val="0-#ppt_h/2"/>
                                              </p:val>
                                            </p:tav>
                                            <p:tav tm="100000">
                                              <p:val>
                                                <p:strVal val="#ppt_y"/>
                                              </p:val>
                                            </p:tav>
                                          </p:tavLst>
                                        </p:anim>
                                      </p:childTnLst>
                                    </p:cTn>
                                  </p:par>
                                </p:childTnLst>
                              </p:cTn>
                            </p:par>
                            <p:par>
                              <p:cTn id="27" fill="hold">
                                <p:stCondLst>
                                  <p:cond delay="2000"/>
                                </p:stCondLst>
                                <p:childTnLst>
                                  <p:par>
                                    <p:cTn id="28" presetID="16" presetClass="entr" presetSubtype="21" fill="hold" nodeType="afterEffect">
                                      <p:stCondLst>
                                        <p:cond delay="0"/>
                                      </p:stCondLst>
                                      <p:childTnLst>
                                        <p:set>
                                          <p:cBhvr>
                                            <p:cTn id="29" dur="1" fill="hold">
                                              <p:stCondLst>
                                                <p:cond delay="0"/>
                                              </p:stCondLst>
                                            </p:cTn>
                                            <p:tgtEl>
                                              <p:spTgt spid="30"/>
                                            </p:tgtEl>
                                            <p:attrNameLst>
                                              <p:attrName>style.visibility</p:attrName>
                                            </p:attrNameLst>
                                          </p:cBhvr>
                                          <p:to>
                                            <p:strVal val="visible"/>
                                          </p:to>
                                        </p:set>
                                        <p:animEffect transition="in" filter="barn(inVertical)">
                                          <p:cBhvr>
                                            <p:cTn id="30"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32" grpId="0"/>
          <p:bldP spid="24" grpId="0" animBg="1"/>
          <p:bldP spid="25"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500" fill="hold"/>
                                            <p:tgtEl>
                                              <p:spTgt spid="24"/>
                                            </p:tgtEl>
                                            <p:attrNameLst>
                                              <p:attrName>ppt_x</p:attrName>
                                            </p:attrNameLst>
                                          </p:cBhvr>
                                          <p:tavLst>
                                            <p:tav tm="0">
                                              <p:val>
                                                <p:strVal val="#ppt_x"/>
                                              </p:val>
                                            </p:tav>
                                            <p:tav tm="100000">
                                              <p:val>
                                                <p:strVal val="#ppt_x"/>
                                              </p:val>
                                            </p:tav>
                                          </p:tavLst>
                                        </p:anim>
                                        <p:anim calcmode="lin" valueType="num">
                                          <p:cBhvr additive="base">
                                            <p:cTn id="8" dur="500" fill="hold"/>
                                            <p:tgtEl>
                                              <p:spTgt spid="24"/>
                                            </p:tgtEl>
                                            <p:attrNameLst>
                                              <p:attrName>ppt_y</p:attrName>
                                            </p:attrNameLst>
                                          </p:cBhvr>
                                          <p:tavLst>
                                            <p:tav tm="0">
                                              <p:val>
                                                <p:strVal val="0-#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5"/>
                                            </p:tgtEl>
                                            <p:attrNameLst>
                                              <p:attrName>style.visibility</p:attrName>
                                            </p:attrNameLst>
                                          </p:cBhvr>
                                          <p:to>
                                            <p:strVal val="visible"/>
                                          </p:to>
                                        </p:set>
                                        <p:anim calcmode="lin" valueType="num">
                                          <p:cBhvr additive="base">
                                            <p:cTn id="11" dur="500" fill="hold"/>
                                            <p:tgtEl>
                                              <p:spTgt spid="25"/>
                                            </p:tgtEl>
                                            <p:attrNameLst>
                                              <p:attrName>ppt_x</p:attrName>
                                            </p:attrNameLst>
                                          </p:cBhvr>
                                          <p:tavLst>
                                            <p:tav tm="0">
                                              <p:val>
                                                <p:strVal val="#ppt_x"/>
                                              </p:val>
                                            </p:tav>
                                            <p:tav tm="100000">
                                              <p:val>
                                                <p:strVal val="#ppt_x"/>
                                              </p:val>
                                            </p:tav>
                                          </p:tavLst>
                                        </p:anim>
                                        <p:anim calcmode="lin" valueType="num">
                                          <p:cBhvr additive="base">
                                            <p:cTn id="12" dur="500" fill="hold"/>
                                            <p:tgtEl>
                                              <p:spTgt spid="25"/>
                                            </p:tgtEl>
                                            <p:attrNameLst>
                                              <p:attrName>ppt_y</p:attrName>
                                            </p:attrNameLst>
                                          </p:cBhvr>
                                          <p:tavLst>
                                            <p:tav tm="0">
                                              <p:val>
                                                <p:strVal val="1+#ppt_h/2"/>
                                              </p:val>
                                            </p:tav>
                                            <p:tav tm="100000">
                                              <p:val>
                                                <p:strVal val="#ppt_y"/>
                                              </p:val>
                                            </p:tav>
                                          </p:tavLst>
                                        </p:anim>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26"/>
                                            </p:tgtEl>
                                            <p:attrNameLst>
                                              <p:attrName>style.visibility</p:attrName>
                                            </p:attrNameLst>
                                          </p:cBhvr>
                                          <p:to>
                                            <p:strVal val="visible"/>
                                          </p:to>
                                        </p:set>
                                        <p:animEffect transition="in" filter="fade">
                                          <p:cBhvr>
                                            <p:cTn id="16" dur="500"/>
                                            <p:tgtEl>
                                              <p:spTgt spid="26"/>
                                            </p:tgtEl>
                                          </p:cBhvr>
                                        </p:animEffect>
                                      </p:childTnLst>
                                    </p:cTn>
                                  </p:par>
                                </p:childTnLst>
                              </p:cTn>
                            </p:par>
                            <p:par>
                              <p:cTn id="17" fill="hold">
                                <p:stCondLst>
                                  <p:cond delay="1000"/>
                                </p:stCondLst>
                                <p:childTnLst>
                                  <p:par>
                                    <p:cTn id="18" presetID="2" presetClass="entr" presetSubtype="2" fill="hold" nodeType="afterEffect">
                                      <p:stCondLst>
                                        <p:cond delay="0"/>
                                      </p:stCondLst>
                                      <p:childTnLst>
                                        <p:set>
                                          <p:cBhvr>
                                            <p:cTn id="19" dur="1" fill="hold">
                                              <p:stCondLst>
                                                <p:cond delay="0"/>
                                              </p:stCondLst>
                                            </p:cTn>
                                            <p:tgtEl>
                                              <p:spTgt spid="18"/>
                                            </p:tgtEl>
                                            <p:attrNameLst>
                                              <p:attrName>style.visibility</p:attrName>
                                            </p:attrNameLst>
                                          </p:cBhvr>
                                          <p:to>
                                            <p:strVal val="visible"/>
                                          </p:to>
                                        </p:set>
                                        <p:anim calcmode="lin" valueType="num">
                                          <p:cBhvr additive="base">
                                            <p:cTn id="20" dur="500" fill="hold"/>
                                            <p:tgtEl>
                                              <p:spTgt spid="18"/>
                                            </p:tgtEl>
                                            <p:attrNameLst>
                                              <p:attrName>ppt_x</p:attrName>
                                            </p:attrNameLst>
                                          </p:cBhvr>
                                          <p:tavLst>
                                            <p:tav tm="0">
                                              <p:val>
                                                <p:strVal val="1+#ppt_w/2"/>
                                              </p:val>
                                            </p:tav>
                                            <p:tav tm="100000">
                                              <p:val>
                                                <p:strVal val="#ppt_x"/>
                                              </p:val>
                                            </p:tav>
                                          </p:tavLst>
                                        </p:anim>
                                        <p:anim calcmode="lin" valueType="num">
                                          <p:cBhvr additive="base">
                                            <p:cTn id="21" dur="500" fill="hold"/>
                                            <p:tgtEl>
                                              <p:spTgt spid="18"/>
                                            </p:tgtEl>
                                            <p:attrNameLst>
                                              <p:attrName>ppt_y</p:attrName>
                                            </p:attrNameLst>
                                          </p:cBhvr>
                                          <p:tavLst>
                                            <p:tav tm="0">
                                              <p:val>
                                                <p:strVal val="#ppt_y"/>
                                              </p:val>
                                            </p:tav>
                                            <p:tav tm="100000">
                                              <p:val>
                                                <p:strVal val="#ppt_y"/>
                                              </p:val>
                                            </p:tav>
                                          </p:tavLst>
                                        </p:anim>
                                      </p:childTnLst>
                                    </p:cTn>
                                  </p:par>
                                </p:childTnLst>
                              </p:cTn>
                            </p:par>
                            <p:par>
                              <p:cTn id="22" fill="hold">
                                <p:stCondLst>
                                  <p:cond delay="1500"/>
                                </p:stCondLst>
                                <p:childTnLst>
                                  <p:par>
                                    <p:cTn id="23" presetID="2" presetClass="entr" presetSubtype="1" fill="hold" grpId="0" nodeType="afterEffect">
                                      <p:stCondLst>
                                        <p:cond delay="0"/>
                                      </p:stCondLst>
                                      <p:childTnLst>
                                        <p:set>
                                          <p:cBhvr>
                                            <p:cTn id="24" dur="1" fill="hold">
                                              <p:stCondLst>
                                                <p:cond delay="0"/>
                                              </p:stCondLst>
                                            </p:cTn>
                                            <p:tgtEl>
                                              <p:spTgt spid="32"/>
                                            </p:tgtEl>
                                            <p:attrNameLst>
                                              <p:attrName>style.visibility</p:attrName>
                                            </p:attrNameLst>
                                          </p:cBhvr>
                                          <p:to>
                                            <p:strVal val="visible"/>
                                          </p:to>
                                        </p:set>
                                        <p:anim calcmode="lin" valueType="num">
                                          <p:cBhvr additive="base">
                                            <p:cTn id="25" dur="500" fill="hold"/>
                                            <p:tgtEl>
                                              <p:spTgt spid="32"/>
                                            </p:tgtEl>
                                            <p:attrNameLst>
                                              <p:attrName>ppt_x</p:attrName>
                                            </p:attrNameLst>
                                          </p:cBhvr>
                                          <p:tavLst>
                                            <p:tav tm="0">
                                              <p:val>
                                                <p:strVal val="#ppt_x"/>
                                              </p:val>
                                            </p:tav>
                                            <p:tav tm="100000">
                                              <p:val>
                                                <p:strVal val="#ppt_x"/>
                                              </p:val>
                                            </p:tav>
                                          </p:tavLst>
                                        </p:anim>
                                        <p:anim calcmode="lin" valueType="num">
                                          <p:cBhvr additive="base">
                                            <p:cTn id="26" dur="500" fill="hold"/>
                                            <p:tgtEl>
                                              <p:spTgt spid="32"/>
                                            </p:tgtEl>
                                            <p:attrNameLst>
                                              <p:attrName>ppt_y</p:attrName>
                                            </p:attrNameLst>
                                          </p:cBhvr>
                                          <p:tavLst>
                                            <p:tav tm="0">
                                              <p:val>
                                                <p:strVal val="0-#ppt_h/2"/>
                                              </p:val>
                                            </p:tav>
                                            <p:tav tm="100000">
                                              <p:val>
                                                <p:strVal val="#ppt_y"/>
                                              </p:val>
                                            </p:tav>
                                          </p:tavLst>
                                        </p:anim>
                                      </p:childTnLst>
                                    </p:cTn>
                                  </p:par>
                                </p:childTnLst>
                              </p:cTn>
                            </p:par>
                            <p:par>
                              <p:cTn id="27" fill="hold">
                                <p:stCondLst>
                                  <p:cond delay="2000"/>
                                </p:stCondLst>
                                <p:childTnLst>
                                  <p:par>
                                    <p:cTn id="28" presetID="16" presetClass="entr" presetSubtype="21" fill="hold" nodeType="afterEffect">
                                      <p:stCondLst>
                                        <p:cond delay="0"/>
                                      </p:stCondLst>
                                      <p:childTnLst>
                                        <p:set>
                                          <p:cBhvr>
                                            <p:cTn id="29" dur="1" fill="hold">
                                              <p:stCondLst>
                                                <p:cond delay="0"/>
                                              </p:stCondLst>
                                            </p:cTn>
                                            <p:tgtEl>
                                              <p:spTgt spid="30"/>
                                            </p:tgtEl>
                                            <p:attrNameLst>
                                              <p:attrName>style.visibility</p:attrName>
                                            </p:attrNameLst>
                                          </p:cBhvr>
                                          <p:to>
                                            <p:strVal val="visible"/>
                                          </p:to>
                                        </p:set>
                                        <p:animEffect transition="in" filter="barn(inVertical)">
                                          <p:cBhvr>
                                            <p:cTn id="30"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32" grpId="0"/>
          <p:bldP spid="24" grpId="0" animBg="1"/>
          <p:bldP spid="25" grpId="0" animBg="1"/>
        </p:bldLst>
      </p:timing>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文本框 34">
            <a:extLst>
              <a:ext uri="{FF2B5EF4-FFF2-40B4-BE49-F238E27FC236}">
                <a16:creationId xmlns:a16="http://schemas.microsoft.com/office/drawing/2014/main" id="{0C025DF2-33BF-4666-A522-B44F2D4999E0}"/>
              </a:ext>
            </a:extLst>
          </p:cNvPr>
          <p:cNvSpPr txBox="1"/>
          <p:nvPr/>
        </p:nvSpPr>
        <p:spPr>
          <a:xfrm>
            <a:off x="727588" y="951156"/>
            <a:ext cx="10142776" cy="497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defPPr>
              <a:defRPr lang="zh-CN"/>
            </a:defPPr>
            <a:lvl1pPr>
              <a:lnSpc>
                <a:spcPct val="120000"/>
              </a:lnSpc>
              <a:buFont typeface="Arial" charset="0"/>
              <a:buNone/>
              <a:defRPr sz="1400">
                <a:solidFill>
                  <a:schemeClr val="tx2">
                    <a:lumMod val="75000"/>
                  </a:schemeClr>
                </a:solidFill>
                <a:latin typeface="+mn-lt"/>
                <a:ea typeface="+mn-ea"/>
                <a:cs typeface="+mn-ea"/>
              </a:defRPr>
            </a:lvl1pPr>
            <a:lvl2pPr marL="742950" indent="-285750">
              <a:spcBef>
                <a:spcPct val="20000"/>
              </a:spcBef>
              <a:buFont typeface="Arial" charset="0"/>
              <a:buChar char="–"/>
              <a:defRPr sz="2800">
                <a:latin typeface="微软雅黑" pitchFamily="34" charset="-122"/>
                <a:ea typeface="微软雅黑" pitchFamily="34" charset="-122"/>
              </a:defRPr>
            </a:lvl2pPr>
            <a:lvl3pPr marL="1143000" indent="-228600">
              <a:spcBef>
                <a:spcPct val="20000"/>
              </a:spcBef>
              <a:buFont typeface="Arial" charset="0"/>
              <a:buChar char="•"/>
              <a:defRPr sz="2400">
                <a:latin typeface="微软雅黑" pitchFamily="34" charset="-122"/>
                <a:ea typeface="微软雅黑" pitchFamily="34" charset="-122"/>
              </a:defRPr>
            </a:lvl3pPr>
            <a:lvl4pPr marL="1600200" indent="-228600">
              <a:spcBef>
                <a:spcPct val="20000"/>
              </a:spcBef>
              <a:buFont typeface="Arial" charset="0"/>
              <a:buChar char="–"/>
              <a:defRPr sz="2000">
                <a:latin typeface="微软雅黑" pitchFamily="34" charset="-122"/>
                <a:ea typeface="微软雅黑" pitchFamily="34" charset="-122"/>
              </a:defRPr>
            </a:lvl4pPr>
            <a:lvl5pPr marL="2057400" indent="-228600">
              <a:spcBef>
                <a:spcPct val="20000"/>
              </a:spcBef>
              <a:buFont typeface="Arial" charset="0"/>
              <a:buChar char="»"/>
              <a:defRPr sz="2000">
                <a:latin typeface="微软雅黑" pitchFamily="34" charset="-122"/>
                <a:ea typeface="微软雅黑" pitchFamily="34" charset="-122"/>
              </a:defRPr>
            </a:lvl5pPr>
            <a:lvl6pPr marL="2514600" indent="-228600" eaLnBrk="0" fontAlgn="base" hangingPunct="0">
              <a:spcBef>
                <a:spcPct val="20000"/>
              </a:spcBef>
              <a:spcAft>
                <a:spcPct val="0"/>
              </a:spcAft>
              <a:buFont typeface="Arial" charset="0"/>
              <a:buChar char="»"/>
              <a:defRPr sz="2000">
                <a:latin typeface="微软雅黑" pitchFamily="34" charset="-122"/>
                <a:ea typeface="微软雅黑" pitchFamily="34" charset="-122"/>
              </a:defRPr>
            </a:lvl6pPr>
            <a:lvl7pPr marL="2971800" indent="-228600" eaLnBrk="0" fontAlgn="base" hangingPunct="0">
              <a:spcBef>
                <a:spcPct val="20000"/>
              </a:spcBef>
              <a:spcAft>
                <a:spcPct val="0"/>
              </a:spcAft>
              <a:buFont typeface="Arial" charset="0"/>
              <a:buChar char="»"/>
              <a:defRPr sz="2000">
                <a:latin typeface="微软雅黑" pitchFamily="34" charset="-122"/>
                <a:ea typeface="微软雅黑" pitchFamily="34" charset="-122"/>
              </a:defRPr>
            </a:lvl7pPr>
            <a:lvl8pPr marL="3429000" indent="-228600" eaLnBrk="0" fontAlgn="base" hangingPunct="0">
              <a:spcBef>
                <a:spcPct val="20000"/>
              </a:spcBef>
              <a:spcAft>
                <a:spcPct val="0"/>
              </a:spcAft>
              <a:buFont typeface="Arial" charset="0"/>
              <a:buChar char="»"/>
              <a:defRPr sz="2000">
                <a:latin typeface="微软雅黑" pitchFamily="34" charset="-122"/>
                <a:ea typeface="微软雅黑" pitchFamily="34" charset="-122"/>
              </a:defRPr>
            </a:lvl8pPr>
            <a:lvl9pPr marL="3886200" indent="-228600" eaLnBrk="0" fontAlgn="base" hangingPunct="0">
              <a:spcBef>
                <a:spcPct val="20000"/>
              </a:spcBef>
              <a:spcAft>
                <a:spcPct val="0"/>
              </a:spcAft>
              <a:buFont typeface="Arial" charset="0"/>
              <a:buChar char="»"/>
              <a:defRPr sz="2000">
                <a:latin typeface="微软雅黑" pitchFamily="34" charset="-122"/>
                <a:ea typeface="微软雅黑" pitchFamily="34" charset="-122"/>
              </a:defRPr>
            </a:lvl9pPr>
          </a:lstStyle>
          <a:p>
            <a:r>
              <a:rPr lang="zh-CN" altLang="en-US" sz="2400">
                <a:solidFill>
                  <a:srgbClr val="314865"/>
                </a:solidFill>
                <a:latin typeface="Arial"/>
                <a:sym typeface="Arial"/>
              </a:rPr>
              <a:t>前端</a:t>
            </a:r>
            <a:r>
              <a:rPr lang="zh-CN" altLang="en-US" sz="2400" dirty="0">
                <a:solidFill>
                  <a:srgbClr val="314865"/>
                </a:solidFill>
                <a:latin typeface="Arial"/>
                <a:sym typeface="Arial"/>
              </a:rPr>
              <a:t>框架</a:t>
            </a:r>
          </a:p>
        </p:txBody>
      </p:sp>
      <p:grpSp>
        <p:nvGrpSpPr>
          <p:cNvPr id="42" name="组合 41">
            <a:extLst>
              <a:ext uri="{FF2B5EF4-FFF2-40B4-BE49-F238E27FC236}">
                <a16:creationId xmlns:a16="http://schemas.microsoft.com/office/drawing/2014/main" id="{1ABEDB34-8D7D-4F95-B061-3F80AAFBFA77}"/>
              </a:ext>
            </a:extLst>
          </p:cNvPr>
          <p:cNvGrpSpPr/>
          <p:nvPr/>
        </p:nvGrpSpPr>
        <p:grpSpPr>
          <a:xfrm>
            <a:off x="164616" y="178180"/>
            <a:ext cx="2804616" cy="368580"/>
            <a:chOff x="164616" y="178180"/>
            <a:chExt cx="2804616" cy="368580"/>
          </a:xfrm>
        </p:grpSpPr>
        <p:cxnSp>
          <p:nvCxnSpPr>
            <p:cNvPr id="43" name="直接连接符 42">
              <a:extLst>
                <a:ext uri="{FF2B5EF4-FFF2-40B4-BE49-F238E27FC236}">
                  <a16:creationId xmlns:a16="http://schemas.microsoft.com/office/drawing/2014/main" id="{47AFA606-6701-49F4-A8BE-35A4D8A4DE05}"/>
                </a:ext>
              </a:extLst>
            </p:cNvPr>
            <p:cNvCxnSpPr>
              <a:cxnSpLocks/>
            </p:cNvCxnSpPr>
            <p:nvPr/>
          </p:nvCxnSpPr>
          <p:spPr>
            <a:xfrm flipV="1">
              <a:off x="164616" y="535956"/>
              <a:ext cx="2804616" cy="10804"/>
            </a:xfrm>
            <a:prstGeom prst="line">
              <a:avLst/>
            </a:prstGeom>
            <a:ln>
              <a:solidFill>
                <a:srgbClr val="314865"/>
              </a:solidFill>
            </a:ln>
          </p:spPr>
          <p:style>
            <a:lnRef idx="1">
              <a:schemeClr val="accent1"/>
            </a:lnRef>
            <a:fillRef idx="0">
              <a:schemeClr val="accent1"/>
            </a:fillRef>
            <a:effectRef idx="0">
              <a:schemeClr val="accent1"/>
            </a:effectRef>
            <a:fontRef idx="minor">
              <a:schemeClr val="tx1"/>
            </a:fontRef>
          </p:style>
        </p:cxnSp>
        <p:sp>
          <p:nvSpPr>
            <p:cNvPr id="44" name="文本框 43">
              <a:extLst>
                <a:ext uri="{FF2B5EF4-FFF2-40B4-BE49-F238E27FC236}">
                  <a16:creationId xmlns:a16="http://schemas.microsoft.com/office/drawing/2014/main" id="{92997A45-AA42-4E5B-8211-228C466B9130}"/>
                </a:ext>
              </a:extLst>
            </p:cNvPr>
            <p:cNvSpPr txBox="1"/>
            <p:nvPr/>
          </p:nvSpPr>
          <p:spPr>
            <a:xfrm>
              <a:off x="534486" y="178180"/>
              <a:ext cx="2434746" cy="338554"/>
            </a:xfrm>
            <a:prstGeom prst="rect">
              <a:avLst/>
            </a:prstGeom>
            <a:noFill/>
          </p:spPr>
          <p:txBody>
            <a:bodyPr wrap="square" rtlCol="0">
              <a:spAutoFit/>
            </a:bodyPr>
            <a:lstStyle/>
            <a:p>
              <a:pPr algn="ctr">
                <a:spcBef>
                  <a:spcPct val="20000"/>
                </a:spcBef>
                <a:buClr>
                  <a:schemeClr val="hlink"/>
                </a:buClr>
                <a:buSzPct val="65000"/>
              </a:pPr>
              <a:r>
                <a:rPr lang="zh-CN" altLang="en-US" sz="1600" b="1">
                  <a:solidFill>
                    <a:srgbClr val="314865"/>
                  </a:solidFill>
                  <a:effectLst>
                    <a:innerShdw blurRad="63500" dist="50800" dir="13500000">
                      <a:prstClr val="black">
                        <a:alpha val="50000"/>
                      </a:prstClr>
                    </a:innerShdw>
                  </a:effectLst>
                  <a:latin typeface="Arial"/>
                  <a:ea typeface="微软雅黑"/>
                  <a:sym typeface="Arial"/>
                </a:rPr>
                <a:t>系统功能实现</a:t>
              </a:r>
              <a:endParaRPr lang="zh-CN" altLang="en-US" sz="1600" b="1" dirty="0">
                <a:solidFill>
                  <a:srgbClr val="314865"/>
                </a:solidFill>
                <a:effectLst>
                  <a:innerShdw blurRad="63500" dist="50800" dir="13500000">
                    <a:prstClr val="black">
                      <a:alpha val="50000"/>
                    </a:prstClr>
                  </a:innerShdw>
                </a:effectLst>
                <a:latin typeface="Arial"/>
                <a:ea typeface="微软雅黑"/>
                <a:sym typeface="Arial"/>
              </a:endParaRPr>
            </a:p>
          </p:txBody>
        </p:sp>
        <p:sp>
          <p:nvSpPr>
            <p:cNvPr id="45" name="矩形 44">
              <a:extLst>
                <a:ext uri="{FF2B5EF4-FFF2-40B4-BE49-F238E27FC236}">
                  <a16:creationId xmlns:a16="http://schemas.microsoft.com/office/drawing/2014/main" id="{C0ED3065-FF93-46E7-A78C-AF340786F025}"/>
                </a:ext>
              </a:extLst>
            </p:cNvPr>
            <p:cNvSpPr/>
            <p:nvPr/>
          </p:nvSpPr>
          <p:spPr>
            <a:xfrm>
              <a:off x="164616" y="178180"/>
              <a:ext cx="47829" cy="284416"/>
            </a:xfrm>
            <a:prstGeom prst="rect">
              <a:avLst/>
            </a:prstGeom>
            <a:solidFill>
              <a:srgbClr val="314865"/>
            </a:solidFill>
            <a:ln>
              <a:solidFill>
                <a:srgbClr val="3148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
          <p:nvSpPr>
            <p:cNvPr id="46" name="矩形 45">
              <a:extLst>
                <a:ext uri="{FF2B5EF4-FFF2-40B4-BE49-F238E27FC236}">
                  <a16:creationId xmlns:a16="http://schemas.microsoft.com/office/drawing/2014/main" id="{4F33D129-DCE0-421A-968D-70DD06CEAA65}"/>
                </a:ext>
              </a:extLst>
            </p:cNvPr>
            <p:cNvSpPr/>
            <p:nvPr/>
          </p:nvSpPr>
          <p:spPr>
            <a:xfrm>
              <a:off x="275779" y="252586"/>
              <a:ext cx="47828" cy="210010"/>
            </a:xfrm>
            <a:prstGeom prst="rect">
              <a:avLst/>
            </a:prstGeom>
            <a:solidFill>
              <a:srgbClr val="314865"/>
            </a:solidFill>
            <a:ln>
              <a:solidFill>
                <a:srgbClr val="3148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
          <p:nvSpPr>
            <p:cNvPr id="47" name="矩形 46">
              <a:extLst>
                <a:ext uri="{FF2B5EF4-FFF2-40B4-BE49-F238E27FC236}">
                  <a16:creationId xmlns:a16="http://schemas.microsoft.com/office/drawing/2014/main" id="{8B667072-A78C-44AC-80E8-23E10E8E3B9D}"/>
                </a:ext>
              </a:extLst>
            </p:cNvPr>
            <p:cNvSpPr/>
            <p:nvPr/>
          </p:nvSpPr>
          <p:spPr>
            <a:xfrm flipH="1">
              <a:off x="377808" y="320388"/>
              <a:ext cx="47827" cy="142208"/>
            </a:xfrm>
            <a:prstGeom prst="rect">
              <a:avLst/>
            </a:prstGeom>
            <a:solidFill>
              <a:srgbClr val="314865"/>
            </a:solidFill>
            <a:ln>
              <a:solidFill>
                <a:srgbClr val="3148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grpSp>
      <p:pic>
        <p:nvPicPr>
          <p:cNvPr id="3" name="图片 2">
            <a:extLst>
              <a:ext uri="{FF2B5EF4-FFF2-40B4-BE49-F238E27FC236}">
                <a16:creationId xmlns:a16="http://schemas.microsoft.com/office/drawing/2014/main" id="{D1A380E1-B4C3-C53D-59C3-E55E037F24AD}"/>
              </a:ext>
            </a:extLst>
          </p:cNvPr>
          <p:cNvPicPr>
            <a:picLocks noChangeAspect="1"/>
          </p:cNvPicPr>
          <p:nvPr/>
        </p:nvPicPr>
        <p:blipFill>
          <a:blip r:embed="rId3"/>
          <a:stretch>
            <a:fillRect/>
          </a:stretch>
        </p:blipFill>
        <p:spPr>
          <a:xfrm>
            <a:off x="826225" y="1696510"/>
            <a:ext cx="2785655" cy="3817322"/>
          </a:xfrm>
          <a:prstGeom prst="rect">
            <a:avLst/>
          </a:prstGeom>
        </p:spPr>
      </p:pic>
      <p:sp>
        <p:nvSpPr>
          <p:cNvPr id="4" name="文本框 3">
            <a:extLst>
              <a:ext uri="{FF2B5EF4-FFF2-40B4-BE49-F238E27FC236}">
                <a16:creationId xmlns:a16="http://schemas.microsoft.com/office/drawing/2014/main" id="{7CB2F495-6C86-30C4-CEF2-A2DB79CB62D4}"/>
              </a:ext>
            </a:extLst>
          </p:cNvPr>
          <p:cNvSpPr txBox="1"/>
          <p:nvPr/>
        </p:nvSpPr>
        <p:spPr>
          <a:xfrm>
            <a:off x="3685964" y="2106073"/>
            <a:ext cx="7414852" cy="2645853"/>
          </a:xfrm>
          <a:prstGeom prst="rect">
            <a:avLst/>
          </a:prstGeom>
          <a:noFill/>
        </p:spPr>
        <p:txBody>
          <a:bodyPr wrap="square" rtlCol="0">
            <a:spAutoFit/>
          </a:bodyPr>
          <a:lstStyle/>
          <a:p>
            <a:pPr algn="just">
              <a:lnSpc>
                <a:spcPct val="120000"/>
              </a:lnSpc>
            </a:pPr>
            <a:r>
              <a:rPr lang="zh-CN" altLang="en-US" sz="2000" dirty="0">
                <a:solidFill>
                  <a:srgbClr val="314865"/>
                </a:solidFill>
                <a:latin typeface="Arial"/>
                <a:cs typeface="+mn-ea"/>
              </a:rPr>
              <a:t>前端的页面除了 </a:t>
            </a:r>
            <a:r>
              <a:rPr lang="en-US" altLang="zh-CN" sz="2000" dirty="0">
                <a:solidFill>
                  <a:srgbClr val="314865"/>
                </a:solidFill>
                <a:latin typeface="Arial"/>
                <a:cs typeface="+mn-ea"/>
              </a:rPr>
              <a:t>HTML</a:t>
            </a:r>
            <a:r>
              <a:rPr lang="zh-CN" altLang="en-US" sz="2000" dirty="0">
                <a:solidFill>
                  <a:srgbClr val="314865"/>
                </a:solidFill>
                <a:latin typeface="Arial"/>
                <a:cs typeface="+mn-ea"/>
              </a:rPr>
              <a:t>静态页面还包括 </a:t>
            </a:r>
            <a:r>
              <a:rPr lang="en-US" altLang="zh-CN" sz="2000" dirty="0">
                <a:solidFill>
                  <a:srgbClr val="314865"/>
                </a:solidFill>
                <a:latin typeface="Arial"/>
                <a:cs typeface="+mn-ea"/>
              </a:rPr>
              <a:t>CSS</a:t>
            </a:r>
            <a:r>
              <a:rPr lang="zh-CN" altLang="en-US" sz="2000" dirty="0">
                <a:solidFill>
                  <a:srgbClr val="314865"/>
                </a:solidFill>
                <a:latin typeface="Arial"/>
                <a:cs typeface="+mn-ea"/>
              </a:rPr>
              <a:t>样式文件、</a:t>
            </a:r>
            <a:r>
              <a:rPr lang="en-US" altLang="zh-CN" sz="2000" dirty="0">
                <a:solidFill>
                  <a:srgbClr val="314865"/>
                </a:solidFill>
                <a:latin typeface="Arial"/>
                <a:cs typeface="+mn-ea"/>
              </a:rPr>
              <a:t>JS</a:t>
            </a:r>
            <a:r>
              <a:rPr lang="zh-CN" altLang="en-US" sz="2000" dirty="0">
                <a:solidFill>
                  <a:srgbClr val="314865"/>
                </a:solidFill>
                <a:latin typeface="Arial"/>
                <a:cs typeface="+mn-ea"/>
              </a:rPr>
              <a:t>脚本文件以及图片等一些静态资源，因此把前端页面的相关文件都单独放在了 </a:t>
            </a:r>
            <a:r>
              <a:rPr lang="en-US" altLang="zh-CN" sz="2000" dirty="0">
                <a:solidFill>
                  <a:srgbClr val="314865"/>
                </a:solidFill>
                <a:latin typeface="Arial"/>
                <a:cs typeface="+mn-ea"/>
              </a:rPr>
              <a:t>main</a:t>
            </a:r>
            <a:r>
              <a:rPr lang="zh-CN" altLang="en-US" sz="2000" dirty="0">
                <a:solidFill>
                  <a:srgbClr val="314865"/>
                </a:solidFill>
                <a:latin typeface="Arial"/>
                <a:cs typeface="+mn-ea"/>
              </a:rPr>
              <a:t>目录下的 </a:t>
            </a:r>
            <a:r>
              <a:rPr lang="en-US" altLang="zh-CN" sz="2000" dirty="0">
                <a:solidFill>
                  <a:srgbClr val="314865"/>
                </a:solidFill>
                <a:latin typeface="Arial"/>
                <a:cs typeface="+mn-ea"/>
              </a:rPr>
              <a:t>webapp</a:t>
            </a:r>
            <a:r>
              <a:rPr lang="zh-CN" altLang="en-US" sz="2000" dirty="0">
                <a:solidFill>
                  <a:srgbClr val="314865"/>
                </a:solidFill>
                <a:latin typeface="Arial"/>
                <a:cs typeface="+mn-ea"/>
              </a:rPr>
              <a:t>里面，在</a:t>
            </a:r>
            <a:r>
              <a:rPr lang="en-US" altLang="zh-CN" sz="2000" dirty="0">
                <a:solidFill>
                  <a:srgbClr val="314865"/>
                </a:solidFill>
                <a:latin typeface="Arial"/>
                <a:cs typeface="+mn-ea"/>
              </a:rPr>
              <a:t>webapp</a:t>
            </a:r>
            <a:r>
              <a:rPr lang="zh-CN" altLang="en-US" sz="2000" dirty="0">
                <a:solidFill>
                  <a:srgbClr val="314865"/>
                </a:solidFill>
                <a:latin typeface="Arial"/>
                <a:cs typeface="+mn-ea"/>
              </a:rPr>
              <a:t>文件夹下又包含 </a:t>
            </a:r>
            <a:r>
              <a:rPr lang="en-US" altLang="zh-CN" sz="2000" dirty="0">
                <a:solidFill>
                  <a:srgbClr val="314865"/>
                </a:solidFill>
                <a:latin typeface="Arial"/>
                <a:cs typeface="+mn-ea"/>
              </a:rPr>
              <a:t>static</a:t>
            </a:r>
            <a:r>
              <a:rPr lang="zh-CN" altLang="en-US" sz="2000" dirty="0">
                <a:solidFill>
                  <a:srgbClr val="314865"/>
                </a:solidFill>
                <a:latin typeface="Arial"/>
                <a:cs typeface="+mn-ea"/>
              </a:rPr>
              <a:t>和 </a:t>
            </a:r>
            <a:r>
              <a:rPr lang="en-US" altLang="zh-CN" sz="2000" dirty="0">
                <a:solidFill>
                  <a:srgbClr val="314865"/>
                </a:solidFill>
                <a:latin typeface="Arial"/>
                <a:cs typeface="+mn-ea"/>
              </a:rPr>
              <a:t>WEB-INF</a:t>
            </a:r>
            <a:r>
              <a:rPr lang="zh-CN" altLang="en-US" sz="2000" dirty="0">
                <a:solidFill>
                  <a:srgbClr val="314865"/>
                </a:solidFill>
                <a:latin typeface="Arial"/>
                <a:cs typeface="+mn-ea"/>
              </a:rPr>
              <a:t>两个主要文件夹，其中 </a:t>
            </a:r>
            <a:r>
              <a:rPr lang="en-US" altLang="zh-CN" sz="2000" dirty="0">
                <a:solidFill>
                  <a:srgbClr val="314865"/>
                </a:solidFill>
                <a:latin typeface="Arial"/>
                <a:cs typeface="+mn-ea"/>
              </a:rPr>
              <a:t>static</a:t>
            </a:r>
            <a:r>
              <a:rPr lang="zh-CN" altLang="en-US" sz="2000" dirty="0">
                <a:solidFill>
                  <a:srgbClr val="314865"/>
                </a:solidFill>
                <a:latin typeface="Arial"/>
                <a:cs typeface="+mn-ea"/>
              </a:rPr>
              <a:t>下还包含 </a:t>
            </a:r>
            <a:r>
              <a:rPr lang="en-US" altLang="zh-CN" sz="2000" err="1">
                <a:solidFill>
                  <a:srgbClr val="314865"/>
                </a:solidFill>
                <a:latin typeface="Arial"/>
                <a:cs typeface="+mn-ea"/>
              </a:rPr>
              <a:t>css</a:t>
            </a:r>
            <a:r>
              <a:rPr lang="zh-CN" altLang="en-US" sz="2000">
                <a:solidFill>
                  <a:srgbClr val="314865"/>
                </a:solidFill>
                <a:latin typeface="Arial"/>
                <a:cs typeface="+mn-ea"/>
              </a:rPr>
              <a:t>、</a:t>
            </a:r>
            <a:r>
              <a:rPr lang="en-US" altLang="zh-CN" sz="2000">
                <a:solidFill>
                  <a:srgbClr val="314865"/>
                </a:solidFill>
                <a:latin typeface="Arial"/>
                <a:cs typeface="+mn-ea"/>
              </a:rPr>
              <a:t>images</a:t>
            </a:r>
            <a:r>
              <a:rPr lang="zh-CN" altLang="en-US" sz="2000" dirty="0">
                <a:solidFill>
                  <a:srgbClr val="314865"/>
                </a:solidFill>
                <a:latin typeface="Arial"/>
                <a:cs typeface="+mn-ea"/>
              </a:rPr>
              <a:t>、</a:t>
            </a:r>
            <a:r>
              <a:rPr lang="en-US" altLang="zh-CN" sz="2000" dirty="0" err="1">
                <a:solidFill>
                  <a:srgbClr val="314865"/>
                </a:solidFill>
                <a:latin typeface="Arial"/>
                <a:cs typeface="+mn-ea"/>
              </a:rPr>
              <a:t>js</a:t>
            </a:r>
            <a:r>
              <a:rPr lang="zh-CN" altLang="en-US" sz="2000" dirty="0">
                <a:solidFill>
                  <a:srgbClr val="314865"/>
                </a:solidFill>
                <a:latin typeface="Arial"/>
                <a:cs typeface="+mn-ea"/>
              </a:rPr>
              <a:t>三个文件夹分别</a:t>
            </a:r>
            <a:r>
              <a:rPr lang="zh-CN" altLang="en-US" sz="2000">
                <a:solidFill>
                  <a:srgbClr val="314865"/>
                </a:solidFill>
                <a:latin typeface="Arial"/>
                <a:cs typeface="+mn-ea"/>
              </a:rPr>
              <a:t>用来存放</a:t>
            </a:r>
            <a:r>
              <a:rPr lang="en-US" altLang="zh-CN" sz="2000">
                <a:solidFill>
                  <a:srgbClr val="314865"/>
                </a:solidFill>
                <a:latin typeface="Arial"/>
                <a:cs typeface="+mn-ea"/>
              </a:rPr>
              <a:t>CSS</a:t>
            </a:r>
            <a:r>
              <a:rPr lang="zh-CN" altLang="en-US" sz="2000" dirty="0">
                <a:solidFill>
                  <a:srgbClr val="314865"/>
                </a:solidFill>
                <a:latin typeface="Arial"/>
                <a:cs typeface="+mn-ea"/>
              </a:rPr>
              <a:t>、图片、</a:t>
            </a:r>
            <a:r>
              <a:rPr lang="en-US" altLang="zh-CN" sz="2000" dirty="0">
                <a:solidFill>
                  <a:srgbClr val="314865"/>
                </a:solidFill>
                <a:latin typeface="Arial"/>
                <a:cs typeface="+mn-ea"/>
              </a:rPr>
              <a:t>JS</a:t>
            </a:r>
            <a:r>
              <a:rPr lang="zh-CN" altLang="en-US" sz="2000" dirty="0">
                <a:solidFill>
                  <a:srgbClr val="314865"/>
                </a:solidFill>
                <a:latin typeface="Arial"/>
                <a:cs typeface="+mn-ea"/>
              </a:rPr>
              <a:t>脚本文件；</a:t>
            </a:r>
            <a:r>
              <a:rPr lang="en-US" altLang="zh-CN" sz="2000" dirty="0">
                <a:solidFill>
                  <a:srgbClr val="314865"/>
                </a:solidFill>
                <a:latin typeface="Arial"/>
                <a:cs typeface="+mn-ea"/>
              </a:rPr>
              <a:t>WEB-INF</a:t>
            </a:r>
            <a:r>
              <a:rPr lang="zh-CN" altLang="en-US" sz="2000" dirty="0">
                <a:solidFill>
                  <a:srgbClr val="314865"/>
                </a:solidFill>
                <a:latin typeface="Arial"/>
                <a:cs typeface="+mn-ea"/>
              </a:rPr>
              <a:t>下包含一个</a:t>
            </a:r>
            <a:r>
              <a:rPr lang="en-US" altLang="zh-CN" sz="2000" dirty="0">
                <a:solidFill>
                  <a:srgbClr val="314865"/>
                </a:solidFill>
                <a:latin typeface="Arial"/>
                <a:cs typeface="+mn-ea"/>
              </a:rPr>
              <a:t>page</a:t>
            </a:r>
            <a:r>
              <a:rPr lang="zh-CN" altLang="en-US" sz="2000" dirty="0">
                <a:solidFill>
                  <a:srgbClr val="314865"/>
                </a:solidFill>
                <a:latin typeface="Arial"/>
                <a:cs typeface="+mn-ea"/>
              </a:rPr>
              <a:t>文件夹，</a:t>
            </a:r>
            <a:r>
              <a:rPr lang="en-US" altLang="zh-CN" sz="2000" dirty="0">
                <a:solidFill>
                  <a:srgbClr val="314865"/>
                </a:solidFill>
                <a:latin typeface="Arial"/>
                <a:cs typeface="+mn-ea"/>
              </a:rPr>
              <a:t>page</a:t>
            </a:r>
            <a:r>
              <a:rPr lang="zh-CN" altLang="en-US" sz="2000" dirty="0">
                <a:solidFill>
                  <a:srgbClr val="314865"/>
                </a:solidFill>
                <a:latin typeface="Arial"/>
                <a:cs typeface="+mn-ea"/>
              </a:rPr>
              <a:t>文件夹下包含 </a:t>
            </a:r>
            <a:r>
              <a:rPr lang="en-US" altLang="zh-CN" sz="2000" dirty="0">
                <a:solidFill>
                  <a:srgbClr val="314865"/>
                </a:solidFill>
                <a:latin typeface="Arial"/>
                <a:cs typeface="+mn-ea"/>
              </a:rPr>
              <a:t>fore</a:t>
            </a:r>
            <a:r>
              <a:rPr lang="zh-CN" altLang="en-US" sz="2000" dirty="0">
                <a:solidFill>
                  <a:srgbClr val="314865"/>
                </a:solidFill>
                <a:latin typeface="Arial"/>
                <a:cs typeface="+mn-ea"/>
              </a:rPr>
              <a:t>和 </a:t>
            </a:r>
            <a:r>
              <a:rPr lang="en-US" altLang="zh-CN" sz="2000" dirty="0">
                <a:solidFill>
                  <a:srgbClr val="314865"/>
                </a:solidFill>
                <a:latin typeface="Arial"/>
                <a:cs typeface="+mn-ea"/>
              </a:rPr>
              <a:t>admin</a:t>
            </a:r>
            <a:r>
              <a:rPr lang="zh-CN" altLang="en-US" sz="2000" dirty="0">
                <a:solidFill>
                  <a:srgbClr val="314865"/>
                </a:solidFill>
                <a:latin typeface="Arial"/>
                <a:cs typeface="+mn-ea"/>
              </a:rPr>
              <a:t>两个文件夹，分别存放前台和后台的页面。</a:t>
            </a:r>
          </a:p>
        </p:txBody>
      </p:sp>
    </p:spTree>
    <p:extLst>
      <p:ext uri="{BB962C8B-B14F-4D97-AF65-F5344CB8AC3E}">
        <p14:creationId xmlns:p14="http://schemas.microsoft.com/office/powerpoint/2010/main" val="116738812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afterEffect">
                                  <p:stCondLst>
                                    <p:cond delay="0"/>
                                  </p:stCondLst>
                                  <p:childTnLst>
                                    <p:set>
                                      <p:cBhvr>
                                        <p:cTn id="6" dur="1" fill="hold">
                                          <p:stCondLst>
                                            <p:cond delay="0"/>
                                          </p:stCondLst>
                                        </p:cTn>
                                        <p:tgtEl>
                                          <p:spTgt spid="81"/>
                                        </p:tgtEl>
                                        <p:attrNameLst>
                                          <p:attrName>style.visibility</p:attrName>
                                        </p:attrNameLst>
                                      </p:cBhvr>
                                      <p:to>
                                        <p:strVal val="visible"/>
                                      </p:to>
                                    </p:set>
                                    <p:animEffect transition="in" filter="wipe(right)">
                                      <p:cBhvr>
                                        <p:cTn id="7" dur="500"/>
                                        <p:tgtEl>
                                          <p:spTgt spid="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文本框 34">
            <a:extLst>
              <a:ext uri="{FF2B5EF4-FFF2-40B4-BE49-F238E27FC236}">
                <a16:creationId xmlns:a16="http://schemas.microsoft.com/office/drawing/2014/main" id="{0C025DF2-33BF-4666-A522-B44F2D4999E0}"/>
              </a:ext>
            </a:extLst>
          </p:cNvPr>
          <p:cNvSpPr txBox="1"/>
          <p:nvPr/>
        </p:nvSpPr>
        <p:spPr>
          <a:xfrm>
            <a:off x="534486" y="967120"/>
            <a:ext cx="10142776" cy="497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defPPr>
              <a:defRPr lang="zh-CN"/>
            </a:defPPr>
            <a:lvl1pPr>
              <a:lnSpc>
                <a:spcPct val="120000"/>
              </a:lnSpc>
              <a:buFont typeface="Arial" charset="0"/>
              <a:buNone/>
              <a:defRPr sz="1400">
                <a:solidFill>
                  <a:schemeClr val="tx2">
                    <a:lumMod val="75000"/>
                  </a:schemeClr>
                </a:solidFill>
                <a:latin typeface="+mn-lt"/>
                <a:ea typeface="+mn-ea"/>
                <a:cs typeface="+mn-ea"/>
              </a:defRPr>
            </a:lvl1pPr>
            <a:lvl2pPr marL="742950" indent="-285750">
              <a:spcBef>
                <a:spcPct val="20000"/>
              </a:spcBef>
              <a:buFont typeface="Arial" charset="0"/>
              <a:buChar char="–"/>
              <a:defRPr sz="2800">
                <a:latin typeface="微软雅黑" pitchFamily="34" charset="-122"/>
                <a:ea typeface="微软雅黑" pitchFamily="34" charset="-122"/>
              </a:defRPr>
            </a:lvl2pPr>
            <a:lvl3pPr marL="1143000" indent="-228600">
              <a:spcBef>
                <a:spcPct val="20000"/>
              </a:spcBef>
              <a:buFont typeface="Arial" charset="0"/>
              <a:buChar char="•"/>
              <a:defRPr sz="2400">
                <a:latin typeface="微软雅黑" pitchFamily="34" charset="-122"/>
                <a:ea typeface="微软雅黑" pitchFamily="34" charset="-122"/>
              </a:defRPr>
            </a:lvl3pPr>
            <a:lvl4pPr marL="1600200" indent="-228600">
              <a:spcBef>
                <a:spcPct val="20000"/>
              </a:spcBef>
              <a:buFont typeface="Arial" charset="0"/>
              <a:buChar char="–"/>
              <a:defRPr sz="2000">
                <a:latin typeface="微软雅黑" pitchFamily="34" charset="-122"/>
                <a:ea typeface="微软雅黑" pitchFamily="34" charset="-122"/>
              </a:defRPr>
            </a:lvl4pPr>
            <a:lvl5pPr marL="2057400" indent="-228600">
              <a:spcBef>
                <a:spcPct val="20000"/>
              </a:spcBef>
              <a:buFont typeface="Arial" charset="0"/>
              <a:buChar char="»"/>
              <a:defRPr sz="2000">
                <a:latin typeface="微软雅黑" pitchFamily="34" charset="-122"/>
                <a:ea typeface="微软雅黑" pitchFamily="34" charset="-122"/>
              </a:defRPr>
            </a:lvl5pPr>
            <a:lvl6pPr marL="2514600" indent="-228600" eaLnBrk="0" fontAlgn="base" hangingPunct="0">
              <a:spcBef>
                <a:spcPct val="20000"/>
              </a:spcBef>
              <a:spcAft>
                <a:spcPct val="0"/>
              </a:spcAft>
              <a:buFont typeface="Arial" charset="0"/>
              <a:buChar char="»"/>
              <a:defRPr sz="2000">
                <a:latin typeface="微软雅黑" pitchFamily="34" charset="-122"/>
                <a:ea typeface="微软雅黑" pitchFamily="34" charset="-122"/>
              </a:defRPr>
            </a:lvl6pPr>
            <a:lvl7pPr marL="2971800" indent="-228600" eaLnBrk="0" fontAlgn="base" hangingPunct="0">
              <a:spcBef>
                <a:spcPct val="20000"/>
              </a:spcBef>
              <a:spcAft>
                <a:spcPct val="0"/>
              </a:spcAft>
              <a:buFont typeface="Arial" charset="0"/>
              <a:buChar char="»"/>
              <a:defRPr sz="2000">
                <a:latin typeface="微软雅黑" pitchFamily="34" charset="-122"/>
                <a:ea typeface="微软雅黑" pitchFamily="34" charset="-122"/>
              </a:defRPr>
            </a:lvl7pPr>
            <a:lvl8pPr marL="3429000" indent="-228600" eaLnBrk="0" fontAlgn="base" hangingPunct="0">
              <a:spcBef>
                <a:spcPct val="20000"/>
              </a:spcBef>
              <a:spcAft>
                <a:spcPct val="0"/>
              </a:spcAft>
              <a:buFont typeface="Arial" charset="0"/>
              <a:buChar char="»"/>
              <a:defRPr sz="2000">
                <a:latin typeface="微软雅黑" pitchFamily="34" charset="-122"/>
                <a:ea typeface="微软雅黑" pitchFamily="34" charset="-122"/>
              </a:defRPr>
            </a:lvl8pPr>
            <a:lvl9pPr marL="3886200" indent="-228600" eaLnBrk="0" fontAlgn="base" hangingPunct="0">
              <a:spcBef>
                <a:spcPct val="20000"/>
              </a:spcBef>
              <a:spcAft>
                <a:spcPct val="0"/>
              </a:spcAft>
              <a:buFont typeface="Arial" charset="0"/>
              <a:buChar char="»"/>
              <a:defRPr sz="2000">
                <a:latin typeface="微软雅黑" pitchFamily="34" charset="-122"/>
                <a:ea typeface="微软雅黑" pitchFamily="34" charset="-122"/>
              </a:defRPr>
            </a:lvl9pPr>
          </a:lstStyle>
          <a:p>
            <a:r>
              <a:rPr lang="zh-CN" altLang="en-US" sz="2400">
                <a:solidFill>
                  <a:srgbClr val="314865"/>
                </a:solidFill>
                <a:latin typeface="Arial"/>
                <a:sym typeface="Arial"/>
              </a:rPr>
              <a:t>后端</a:t>
            </a:r>
            <a:r>
              <a:rPr lang="zh-CN" altLang="en-US" sz="2400" dirty="0">
                <a:solidFill>
                  <a:srgbClr val="314865"/>
                </a:solidFill>
                <a:latin typeface="Arial"/>
                <a:sym typeface="Arial"/>
              </a:rPr>
              <a:t>框架</a:t>
            </a:r>
          </a:p>
        </p:txBody>
      </p:sp>
      <p:grpSp>
        <p:nvGrpSpPr>
          <p:cNvPr id="42" name="组合 41">
            <a:extLst>
              <a:ext uri="{FF2B5EF4-FFF2-40B4-BE49-F238E27FC236}">
                <a16:creationId xmlns:a16="http://schemas.microsoft.com/office/drawing/2014/main" id="{1ABEDB34-8D7D-4F95-B061-3F80AAFBFA77}"/>
              </a:ext>
            </a:extLst>
          </p:cNvPr>
          <p:cNvGrpSpPr/>
          <p:nvPr/>
        </p:nvGrpSpPr>
        <p:grpSpPr>
          <a:xfrm>
            <a:off x="164616" y="178180"/>
            <a:ext cx="2804616" cy="368580"/>
            <a:chOff x="164616" y="178180"/>
            <a:chExt cx="2804616" cy="368580"/>
          </a:xfrm>
        </p:grpSpPr>
        <p:cxnSp>
          <p:nvCxnSpPr>
            <p:cNvPr id="43" name="直接连接符 42">
              <a:extLst>
                <a:ext uri="{FF2B5EF4-FFF2-40B4-BE49-F238E27FC236}">
                  <a16:creationId xmlns:a16="http://schemas.microsoft.com/office/drawing/2014/main" id="{47AFA606-6701-49F4-A8BE-35A4D8A4DE05}"/>
                </a:ext>
              </a:extLst>
            </p:cNvPr>
            <p:cNvCxnSpPr>
              <a:cxnSpLocks/>
            </p:cNvCxnSpPr>
            <p:nvPr/>
          </p:nvCxnSpPr>
          <p:spPr>
            <a:xfrm flipV="1">
              <a:off x="164616" y="535956"/>
              <a:ext cx="2804616" cy="10804"/>
            </a:xfrm>
            <a:prstGeom prst="line">
              <a:avLst/>
            </a:prstGeom>
            <a:ln>
              <a:solidFill>
                <a:srgbClr val="314865"/>
              </a:solidFill>
            </a:ln>
          </p:spPr>
          <p:style>
            <a:lnRef idx="1">
              <a:schemeClr val="accent1"/>
            </a:lnRef>
            <a:fillRef idx="0">
              <a:schemeClr val="accent1"/>
            </a:fillRef>
            <a:effectRef idx="0">
              <a:schemeClr val="accent1"/>
            </a:effectRef>
            <a:fontRef idx="minor">
              <a:schemeClr val="tx1"/>
            </a:fontRef>
          </p:style>
        </p:cxnSp>
        <p:sp>
          <p:nvSpPr>
            <p:cNvPr id="44" name="文本框 43">
              <a:extLst>
                <a:ext uri="{FF2B5EF4-FFF2-40B4-BE49-F238E27FC236}">
                  <a16:creationId xmlns:a16="http://schemas.microsoft.com/office/drawing/2014/main" id="{92997A45-AA42-4E5B-8211-228C466B9130}"/>
                </a:ext>
              </a:extLst>
            </p:cNvPr>
            <p:cNvSpPr txBox="1"/>
            <p:nvPr/>
          </p:nvSpPr>
          <p:spPr>
            <a:xfrm>
              <a:off x="534486" y="178180"/>
              <a:ext cx="2434746" cy="338554"/>
            </a:xfrm>
            <a:prstGeom prst="rect">
              <a:avLst/>
            </a:prstGeom>
            <a:noFill/>
          </p:spPr>
          <p:txBody>
            <a:bodyPr wrap="square" rtlCol="0">
              <a:spAutoFit/>
            </a:bodyPr>
            <a:lstStyle/>
            <a:p>
              <a:pPr algn="ctr">
                <a:spcBef>
                  <a:spcPct val="20000"/>
                </a:spcBef>
                <a:buClr>
                  <a:schemeClr val="hlink"/>
                </a:buClr>
                <a:buSzPct val="65000"/>
              </a:pPr>
              <a:r>
                <a:rPr lang="zh-CN" altLang="en-US" sz="1600" b="1">
                  <a:solidFill>
                    <a:srgbClr val="314865"/>
                  </a:solidFill>
                  <a:effectLst>
                    <a:innerShdw blurRad="63500" dist="50800" dir="13500000">
                      <a:prstClr val="black">
                        <a:alpha val="50000"/>
                      </a:prstClr>
                    </a:innerShdw>
                  </a:effectLst>
                  <a:latin typeface="Arial"/>
                  <a:ea typeface="微软雅黑"/>
                  <a:sym typeface="Arial"/>
                </a:rPr>
                <a:t>系统功能实现</a:t>
              </a:r>
              <a:endParaRPr lang="zh-CN" altLang="en-US" sz="1600" b="1" dirty="0">
                <a:solidFill>
                  <a:srgbClr val="314865"/>
                </a:solidFill>
                <a:effectLst>
                  <a:innerShdw blurRad="63500" dist="50800" dir="13500000">
                    <a:prstClr val="black">
                      <a:alpha val="50000"/>
                    </a:prstClr>
                  </a:innerShdw>
                </a:effectLst>
                <a:latin typeface="Arial"/>
                <a:ea typeface="微软雅黑"/>
                <a:sym typeface="Arial"/>
              </a:endParaRPr>
            </a:p>
          </p:txBody>
        </p:sp>
        <p:sp>
          <p:nvSpPr>
            <p:cNvPr id="45" name="矩形 44">
              <a:extLst>
                <a:ext uri="{FF2B5EF4-FFF2-40B4-BE49-F238E27FC236}">
                  <a16:creationId xmlns:a16="http://schemas.microsoft.com/office/drawing/2014/main" id="{C0ED3065-FF93-46E7-A78C-AF340786F025}"/>
                </a:ext>
              </a:extLst>
            </p:cNvPr>
            <p:cNvSpPr/>
            <p:nvPr/>
          </p:nvSpPr>
          <p:spPr>
            <a:xfrm>
              <a:off x="164616" y="178180"/>
              <a:ext cx="47829" cy="284416"/>
            </a:xfrm>
            <a:prstGeom prst="rect">
              <a:avLst/>
            </a:prstGeom>
            <a:solidFill>
              <a:srgbClr val="314865"/>
            </a:solidFill>
            <a:ln>
              <a:solidFill>
                <a:srgbClr val="3148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
          <p:nvSpPr>
            <p:cNvPr id="46" name="矩形 45">
              <a:extLst>
                <a:ext uri="{FF2B5EF4-FFF2-40B4-BE49-F238E27FC236}">
                  <a16:creationId xmlns:a16="http://schemas.microsoft.com/office/drawing/2014/main" id="{4F33D129-DCE0-421A-968D-70DD06CEAA65}"/>
                </a:ext>
              </a:extLst>
            </p:cNvPr>
            <p:cNvSpPr/>
            <p:nvPr/>
          </p:nvSpPr>
          <p:spPr>
            <a:xfrm>
              <a:off x="275779" y="252586"/>
              <a:ext cx="47828" cy="210010"/>
            </a:xfrm>
            <a:prstGeom prst="rect">
              <a:avLst/>
            </a:prstGeom>
            <a:solidFill>
              <a:srgbClr val="314865"/>
            </a:solidFill>
            <a:ln>
              <a:solidFill>
                <a:srgbClr val="3148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
          <p:nvSpPr>
            <p:cNvPr id="47" name="矩形 46">
              <a:extLst>
                <a:ext uri="{FF2B5EF4-FFF2-40B4-BE49-F238E27FC236}">
                  <a16:creationId xmlns:a16="http://schemas.microsoft.com/office/drawing/2014/main" id="{8B667072-A78C-44AC-80E8-23E10E8E3B9D}"/>
                </a:ext>
              </a:extLst>
            </p:cNvPr>
            <p:cNvSpPr/>
            <p:nvPr/>
          </p:nvSpPr>
          <p:spPr>
            <a:xfrm flipH="1">
              <a:off x="377808" y="320388"/>
              <a:ext cx="47827" cy="142208"/>
            </a:xfrm>
            <a:prstGeom prst="rect">
              <a:avLst/>
            </a:prstGeom>
            <a:solidFill>
              <a:srgbClr val="314865"/>
            </a:solidFill>
            <a:ln>
              <a:solidFill>
                <a:srgbClr val="3148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grpSp>
      <p:sp>
        <p:nvSpPr>
          <p:cNvPr id="2" name="文本框 1">
            <a:extLst>
              <a:ext uri="{FF2B5EF4-FFF2-40B4-BE49-F238E27FC236}">
                <a16:creationId xmlns:a16="http://schemas.microsoft.com/office/drawing/2014/main" id="{AAE08B51-A2EB-4D6F-178F-4805DD129380}"/>
              </a:ext>
            </a:extLst>
          </p:cNvPr>
          <p:cNvSpPr txBox="1"/>
          <p:nvPr/>
        </p:nvSpPr>
        <p:spPr>
          <a:xfrm>
            <a:off x="4052285" y="1726924"/>
            <a:ext cx="7386934" cy="4123180"/>
          </a:xfrm>
          <a:prstGeom prst="rect">
            <a:avLst/>
          </a:prstGeom>
          <a:noFill/>
        </p:spPr>
        <p:txBody>
          <a:bodyPr wrap="square" rtlCol="0">
            <a:spAutoFit/>
          </a:bodyPr>
          <a:lstStyle/>
          <a:p>
            <a:pPr algn="just">
              <a:lnSpc>
                <a:spcPct val="120000"/>
              </a:lnSpc>
            </a:pPr>
            <a:r>
              <a:rPr lang="zh-CN" altLang="en-US" sz="2000">
                <a:solidFill>
                  <a:srgbClr val="314865"/>
                </a:solidFill>
                <a:latin typeface="Arial"/>
                <a:cs typeface="+mn-ea"/>
              </a:rPr>
              <a:t>在 </a:t>
            </a:r>
            <a:r>
              <a:rPr lang="en-US" altLang="zh-CN" sz="2000" dirty="0">
                <a:solidFill>
                  <a:srgbClr val="314865"/>
                </a:solidFill>
                <a:latin typeface="Arial"/>
                <a:cs typeface="+mn-ea"/>
              </a:rPr>
              <a:t>java.com.imust</a:t>
            </a:r>
            <a:r>
              <a:rPr lang="zh-CN" altLang="en-US" sz="2000" dirty="0">
                <a:solidFill>
                  <a:srgbClr val="314865"/>
                </a:solidFill>
                <a:latin typeface="Arial"/>
                <a:cs typeface="+mn-ea"/>
              </a:rPr>
              <a:t>的包下，创建了 </a:t>
            </a:r>
            <a:r>
              <a:rPr lang="en-US" altLang="zh-CN" sz="2000" dirty="0">
                <a:solidFill>
                  <a:srgbClr val="314865"/>
                </a:solidFill>
                <a:latin typeface="Arial"/>
                <a:cs typeface="+mn-ea"/>
              </a:rPr>
              <a:t>controller</a:t>
            </a:r>
            <a:r>
              <a:rPr lang="zh-CN" altLang="en-US" sz="2000" dirty="0">
                <a:solidFill>
                  <a:srgbClr val="314865"/>
                </a:solidFill>
                <a:latin typeface="Arial"/>
                <a:cs typeface="+mn-ea"/>
              </a:rPr>
              <a:t>、</a:t>
            </a:r>
            <a:r>
              <a:rPr lang="en-US" altLang="zh-CN" sz="2000" dirty="0">
                <a:solidFill>
                  <a:srgbClr val="314865"/>
                </a:solidFill>
                <a:latin typeface="Arial"/>
                <a:cs typeface="+mn-ea"/>
              </a:rPr>
              <a:t>dao</a:t>
            </a:r>
            <a:r>
              <a:rPr lang="zh-CN" altLang="en-US" sz="2000" dirty="0">
                <a:solidFill>
                  <a:srgbClr val="314865"/>
                </a:solidFill>
                <a:latin typeface="Arial"/>
                <a:cs typeface="+mn-ea"/>
              </a:rPr>
              <a:t>、</a:t>
            </a:r>
            <a:r>
              <a:rPr lang="en-US" altLang="zh-CN" sz="2000" dirty="0">
                <a:solidFill>
                  <a:srgbClr val="314865"/>
                </a:solidFill>
                <a:latin typeface="Arial"/>
                <a:cs typeface="+mn-ea"/>
              </a:rPr>
              <a:t>entity</a:t>
            </a:r>
            <a:r>
              <a:rPr lang="zh-CN" altLang="en-US" sz="2000" dirty="0">
                <a:solidFill>
                  <a:srgbClr val="314865"/>
                </a:solidFill>
                <a:latin typeface="Arial"/>
                <a:cs typeface="+mn-ea"/>
              </a:rPr>
              <a:t>、</a:t>
            </a:r>
            <a:r>
              <a:rPr lang="en-US" altLang="zh-CN" sz="2000" dirty="0">
                <a:solidFill>
                  <a:srgbClr val="314865"/>
                </a:solidFill>
                <a:latin typeface="Arial"/>
                <a:cs typeface="+mn-ea"/>
              </a:rPr>
              <a:t>filter</a:t>
            </a:r>
            <a:r>
              <a:rPr lang="zh-CN" altLang="en-US" sz="2000" dirty="0">
                <a:solidFill>
                  <a:srgbClr val="314865"/>
                </a:solidFill>
                <a:latin typeface="Arial"/>
                <a:cs typeface="+mn-ea"/>
              </a:rPr>
              <a:t>、</a:t>
            </a:r>
            <a:r>
              <a:rPr lang="en-US" altLang="zh-CN" sz="2000" dirty="0">
                <a:solidFill>
                  <a:srgbClr val="314865"/>
                </a:solidFill>
                <a:latin typeface="Arial"/>
                <a:cs typeface="+mn-ea"/>
              </a:rPr>
              <a:t>util</a:t>
            </a:r>
            <a:r>
              <a:rPr lang="zh-CN" altLang="en-US" sz="2000" dirty="0">
                <a:solidFill>
                  <a:srgbClr val="314865"/>
                </a:solidFill>
                <a:latin typeface="Arial"/>
                <a:cs typeface="+mn-ea"/>
              </a:rPr>
              <a:t>等文件夹以及一个项目自带的 </a:t>
            </a:r>
            <a:r>
              <a:rPr lang="en-US" altLang="zh-CN" sz="2000" dirty="0">
                <a:solidFill>
                  <a:srgbClr val="314865"/>
                </a:solidFill>
                <a:latin typeface="Arial"/>
                <a:cs typeface="+mn-ea"/>
              </a:rPr>
              <a:t>EmarketSpringBootApplication</a:t>
            </a:r>
            <a:r>
              <a:rPr lang="zh-CN" altLang="en-US" sz="2000" dirty="0">
                <a:solidFill>
                  <a:srgbClr val="314865"/>
                </a:solidFill>
                <a:latin typeface="Arial"/>
                <a:cs typeface="+mn-ea"/>
              </a:rPr>
              <a:t>项目启动类，其中 </a:t>
            </a:r>
            <a:r>
              <a:rPr lang="en-US" altLang="zh-CN" sz="2000" dirty="0">
                <a:solidFill>
                  <a:srgbClr val="314865"/>
                </a:solidFill>
                <a:latin typeface="Arial"/>
                <a:cs typeface="+mn-ea"/>
              </a:rPr>
              <a:t>controller</a:t>
            </a:r>
            <a:r>
              <a:rPr lang="zh-CN" altLang="en-US" sz="2000" dirty="0">
                <a:solidFill>
                  <a:srgbClr val="314865"/>
                </a:solidFill>
                <a:latin typeface="Arial"/>
                <a:cs typeface="+mn-ea"/>
              </a:rPr>
              <a:t>放的是控制层中的 </a:t>
            </a:r>
            <a:r>
              <a:rPr lang="en-US" altLang="zh-CN" sz="2000" dirty="0">
                <a:solidFill>
                  <a:srgbClr val="314865"/>
                </a:solidFill>
                <a:latin typeface="Arial"/>
                <a:cs typeface="+mn-ea"/>
              </a:rPr>
              <a:t>Controller</a:t>
            </a:r>
            <a:r>
              <a:rPr lang="zh-CN" altLang="en-US" sz="2000" dirty="0">
                <a:solidFill>
                  <a:srgbClr val="314865"/>
                </a:solidFill>
                <a:latin typeface="Arial"/>
                <a:cs typeface="+mn-ea"/>
              </a:rPr>
              <a:t>文件，</a:t>
            </a:r>
            <a:r>
              <a:rPr lang="en-US" altLang="zh-CN" sz="2000" dirty="0">
                <a:solidFill>
                  <a:srgbClr val="314865"/>
                </a:solidFill>
                <a:latin typeface="Arial"/>
                <a:cs typeface="+mn-ea"/>
              </a:rPr>
              <a:t>dao</a:t>
            </a:r>
            <a:r>
              <a:rPr lang="zh-CN" altLang="en-US" sz="2000" dirty="0">
                <a:solidFill>
                  <a:srgbClr val="314865"/>
                </a:solidFill>
                <a:latin typeface="Arial"/>
                <a:cs typeface="+mn-ea"/>
              </a:rPr>
              <a:t>放的是持久层中的 </a:t>
            </a:r>
            <a:r>
              <a:rPr lang="en-US" altLang="zh-CN" sz="2000" dirty="0">
                <a:solidFill>
                  <a:srgbClr val="314865"/>
                </a:solidFill>
                <a:latin typeface="Arial"/>
                <a:cs typeface="+mn-ea"/>
              </a:rPr>
              <a:t>Mapper</a:t>
            </a:r>
            <a:r>
              <a:rPr lang="zh-CN" altLang="en-US" sz="2000" dirty="0">
                <a:solidFill>
                  <a:srgbClr val="314865"/>
                </a:solidFill>
                <a:latin typeface="Arial"/>
                <a:cs typeface="+mn-ea"/>
              </a:rPr>
              <a:t>文件，</a:t>
            </a:r>
            <a:r>
              <a:rPr lang="en-US" altLang="zh-CN" sz="2000" dirty="0">
                <a:solidFill>
                  <a:srgbClr val="314865"/>
                </a:solidFill>
                <a:latin typeface="Arial"/>
                <a:cs typeface="+mn-ea"/>
              </a:rPr>
              <a:t>service</a:t>
            </a:r>
            <a:r>
              <a:rPr lang="zh-CN" altLang="en-US" sz="2000" dirty="0">
                <a:solidFill>
                  <a:srgbClr val="314865"/>
                </a:solidFill>
                <a:latin typeface="Arial"/>
                <a:cs typeface="+mn-ea"/>
              </a:rPr>
              <a:t>中放的是业务逻辑层中的 </a:t>
            </a:r>
            <a:r>
              <a:rPr lang="en-US" altLang="zh-CN" sz="2000" dirty="0">
                <a:solidFill>
                  <a:srgbClr val="314865"/>
                </a:solidFill>
                <a:latin typeface="Arial"/>
                <a:cs typeface="+mn-ea"/>
              </a:rPr>
              <a:t>Service</a:t>
            </a:r>
            <a:r>
              <a:rPr lang="zh-CN" altLang="en-US" sz="2000" dirty="0">
                <a:solidFill>
                  <a:srgbClr val="314865"/>
                </a:solidFill>
                <a:latin typeface="Arial"/>
                <a:cs typeface="+mn-ea"/>
              </a:rPr>
              <a:t>文件，</a:t>
            </a:r>
            <a:r>
              <a:rPr lang="en-US" altLang="zh-CN" sz="2000" dirty="0">
                <a:solidFill>
                  <a:srgbClr val="314865"/>
                </a:solidFill>
                <a:latin typeface="Arial"/>
                <a:cs typeface="+mn-ea"/>
              </a:rPr>
              <a:t>entity</a:t>
            </a:r>
            <a:r>
              <a:rPr lang="zh-CN" altLang="en-US" sz="2000" dirty="0">
                <a:solidFill>
                  <a:srgbClr val="314865"/>
                </a:solidFill>
                <a:latin typeface="Arial"/>
                <a:cs typeface="+mn-ea"/>
              </a:rPr>
              <a:t>放的是实体类文件，一个实体类文件一般对应一个数据库中的表，</a:t>
            </a:r>
            <a:r>
              <a:rPr lang="en-US" altLang="zh-CN" sz="2000" dirty="0">
                <a:solidFill>
                  <a:srgbClr val="314865"/>
                </a:solidFill>
                <a:latin typeface="Arial"/>
                <a:cs typeface="+mn-ea"/>
              </a:rPr>
              <a:t>filter</a:t>
            </a:r>
            <a:r>
              <a:rPr lang="zh-CN" altLang="en-US" sz="2000" dirty="0">
                <a:solidFill>
                  <a:srgbClr val="314865"/>
                </a:solidFill>
                <a:latin typeface="Arial"/>
                <a:cs typeface="+mn-ea"/>
              </a:rPr>
              <a:t>是过滤器文件，</a:t>
            </a:r>
            <a:r>
              <a:rPr lang="en-US" altLang="zh-CN" sz="2000" dirty="0">
                <a:solidFill>
                  <a:srgbClr val="314865"/>
                </a:solidFill>
                <a:latin typeface="Arial"/>
                <a:cs typeface="+mn-ea"/>
              </a:rPr>
              <a:t>util</a:t>
            </a:r>
            <a:r>
              <a:rPr lang="zh-CN" altLang="en-US" sz="2000" dirty="0">
                <a:solidFill>
                  <a:srgbClr val="314865"/>
                </a:solidFill>
                <a:latin typeface="Arial"/>
                <a:cs typeface="+mn-ea"/>
              </a:rPr>
              <a:t>是放的一些公用工具类文件。在 </a:t>
            </a:r>
            <a:r>
              <a:rPr lang="en-US" altLang="zh-CN" sz="2000" dirty="0">
                <a:solidFill>
                  <a:srgbClr val="314865"/>
                </a:solidFill>
                <a:latin typeface="Arial"/>
                <a:cs typeface="+mn-ea"/>
              </a:rPr>
              <a:t>resources</a:t>
            </a:r>
            <a:r>
              <a:rPr lang="zh-CN" altLang="en-US" sz="2000" dirty="0">
                <a:solidFill>
                  <a:srgbClr val="314865"/>
                </a:solidFill>
                <a:latin typeface="Arial"/>
                <a:cs typeface="+mn-ea"/>
              </a:rPr>
              <a:t>资源目录下的</a:t>
            </a:r>
            <a:r>
              <a:rPr lang="en-US" altLang="zh-CN" sz="2000" dirty="0">
                <a:solidFill>
                  <a:srgbClr val="314865"/>
                </a:solidFill>
                <a:latin typeface="Arial"/>
                <a:cs typeface="+mn-ea"/>
              </a:rPr>
              <a:t>mybatis</a:t>
            </a:r>
            <a:r>
              <a:rPr lang="zh-CN" altLang="en-US" sz="2000" dirty="0">
                <a:solidFill>
                  <a:srgbClr val="314865"/>
                </a:solidFill>
                <a:latin typeface="Arial"/>
                <a:cs typeface="+mn-ea"/>
              </a:rPr>
              <a:t>中放的是 </a:t>
            </a:r>
            <a:r>
              <a:rPr lang="en-US" altLang="zh-CN" sz="2000" dirty="0">
                <a:solidFill>
                  <a:srgbClr val="314865"/>
                </a:solidFill>
                <a:latin typeface="Arial"/>
                <a:cs typeface="+mn-ea"/>
              </a:rPr>
              <a:t>mapper.xml</a:t>
            </a:r>
            <a:r>
              <a:rPr lang="zh-CN" altLang="en-US" sz="2000" dirty="0">
                <a:solidFill>
                  <a:srgbClr val="314865"/>
                </a:solidFill>
                <a:latin typeface="Arial"/>
                <a:cs typeface="+mn-ea"/>
              </a:rPr>
              <a:t>配置文件，</a:t>
            </a:r>
            <a:r>
              <a:rPr lang="en-US" altLang="zh-CN" sz="2000" dirty="0">
                <a:solidFill>
                  <a:srgbClr val="314865"/>
                </a:solidFill>
                <a:latin typeface="Arial"/>
                <a:cs typeface="+mn-ea"/>
              </a:rPr>
              <a:t>mapepr.xml</a:t>
            </a:r>
            <a:r>
              <a:rPr lang="zh-CN" altLang="en-US" sz="2000" dirty="0">
                <a:solidFill>
                  <a:srgbClr val="314865"/>
                </a:solidFill>
                <a:latin typeface="Arial"/>
                <a:cs typeface="+mn-ea"/>
              </a:rPr>
              <a:t>文件的作用主要是连接持久层</a:t>
            </a:r>
            <a:r>
              <a:rPr lang="zh-CN" altLang="en-US" sz="2000">
                <a:solidFill>
                  <a:srgbClr val="314865"/>
                </a:solidFill>
                <a:latin typeface="Arial"/>
                <a:cs typeface="+mn-ea"/>
              </a:rPr>
              <a:t>中的</a:t>
            </a:r>
            <a:r>
              <a:rPr lang="en-US" altLang="zh-CN" sz="2000">
                <a:solidFill>
                  <a:srgbClr val="314865"/>
                </a:solidFill>
                <a:latin typeface="Arial"/>
                <a:cs typeface="+mn-ea"/>
              </a:rPr>
              <a:t>Mapper</a:t>
            </a:r>
            <a:r>
              <a:rPr lang="zh-CN" altLang="en-US" sz="2000" dirty="0">
                <a:solidFill>
                  <a:srgbClr val="314865"/>
                </a:solidFill>
                <a:latin typeface="Arial"/>
                <a:cs typeface="+mn-ea"/>
              </a:rPr>
              <a:t>文件和数据库，当调用 </a:t>
            </a:r>
            <a:r>
              <a:rPr lang="en-US" altLang="zh-CN" sz="2000" dirty="0">
                <a:solidFill>
                  <a:srgbClr val="314865"/>
                </a:solidFill>
                <a:latin typeface="Arial"/>
                <a:cs typeface="+mn-ea"/>
              </a:rPr>
              <a:t>Mapper</a:t>
            </a:r>
            <a:r>
              <a:rPr lang="zh-CN" altLang="en-US" sz="2000" dirty="0">
                <a:solidFill>
                  <a:srgbClr val="314865"/>
                </a:solidFill>
                <a:latin typeface="Arial"/>
                <a:cs typeface="+mn-ea"/>
              </a:rPr>
              <a:t>文件中的方法时，</a:t>
            </a:r>
            <a:r>
              <a:rPr lang="en-US" altLang="zh-CN" sz="2000" dirty="0">
                <a:solidFill>
                  <a:srgbClr val="314865"/>
                </a:solidFill>
                <a:latin typeface="Arial"/>
                <a:cs typeface="+mn-ea"/>
              </a:rPr>
              <a:t>Mapper</a:t>
            </a:r>
            <a:r>
              <a:rPr lang="zh-CN" altLang="en-US" sz="2000" dirty="0">
                <a:solidFill>
                  <a:srgbClr val="314865"/>
                </a:solidFill>
                <a:latin typeface="Arial"/>
                <a:cs typeface="+mn-ea"/>
              </a:rPr>
              <a:t>文件则会调用已绑定的 </a:t>
            </a:r>
            <a:r>
              <a:rPr lang="en-US" altLang="zh-CN" sz="2000" dirty="0">
                <a:solidFill>
                  <a:srgbClr val="314865"/>
                </a:solidFill>
                <a:latin typeface="Arial"/>
                <a:cs typeface="+mn-ea"/>
              </a:rPr>
              <a:t>mapper.xml</a:t>
            </a:r>
            <a:r>
              <a:rPr lang="zh-CN" altLang="en-US" sz="2000" dirty="0">
                <a:solidFill>
                  <a:srgbClr val="314865"/>
                </a:solidFill>
                <a:latin typeface="Arial"/>
                <a:cs typeface="+mn-ea"/>
              </a:rPr>
              <a:t>文件中的对应的方法对数据表进行操作，并把结果返回给 </a:t>
            </a:r>
            <a:r>
              <a:rPr lang="en-US" altLang="zh-CN" sz="2000" dirty="0">
                <a:solidFill>
                  <a:srgbClr val="314865"/>
                </a:solidFill>
                <a:latin typeface="Arial"/>
                <a:cs typeface="+mn-ea"/>
              </a:rPr>
              <a:t>Mapper</a:t>
            </a:r>
            <a:r>
              <a:rPr lang="zh-CN" altLang="en-US" sz="2000" dirty="0">
                <a:solidFill>
                  <a:srgbClr val="314865"/>
                </a:solidFill>
                <a:latin typeface="Arial"/>
                <a:cs typeface="+mn-ea"/>
              </a:rPr>
              <a:t>文件。</a:t>
            </a:r>
          </a:p>
        </p:txBody>
      </p:sp>
      <p:pic>
        <p:nvPicPr>
          <p:cNvPr id="3" name="图片 2">
            <a:extLst>
              <a:ext uri="{FF2B5EF4-FFF2-40B4-BE49-F238E27FC236}">
                <a16:creationId xmlns:a16="http://schemas.microsoft.com/office/drawing/2014/main" id="{EB529ADA-4D5D-95A6-332A-6DC222AC87B3}"/>
              </a:ext>
            </a:extLst>
          </p:cNvPr>
          <p:cNvPicPr>
            <a:picLocks noChangeAspect="1"/>
          </p:cNvPicPr>
          <p:nvPr/>
        </p:nvPicPr>
        <p:blipFill>
          <a:blip r:embed="rId3"/>
          <a:stretch>
            <a:fillRect/>
          </a:stretch>
        </p:blipFill>
        <p:spPr>
          <a:xfrm>
            <a:off x="615621" y="1691792"/>
            <a:ext cx="3363303" cy="4193444"/>
          </a:xfrm>
          <a:prstGeom prst="rect">
            <a:avLst/>
          </a:prstGeom>
        </p:spPr>
      </p:pic>
    </p:spTree>
    <p:extLst>
      <p:ext uri="{BB962C8B-B14F-4D97-AF65-F5344CB8AC3E}">
        <p14:creationId xmlns:p14="http://schemas.microsoft.com/office/powerpoint/2010/main" val="408067060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afterEffect">
                                  <p:stCondLst>
                                    <p:cond delay="0"/>
                                  </p:stCondLst>
                                  <p:childTnLst>
                                    <p:set>
                                      <p:cBhvr>
                                        <p:cTn id="6" dur="1" fill="hold">
                                          <p:stCondLst>
                                            <p:cond delay="0"/>
                                          </p:stCondLst>
                                        </p:cTn>
                                        <p:tgtEl>
                                          <p:spTgt spid="81"/>
                                        </p:tgtEl>
                                        <p:attrNameLst>
                                          <p:attrName>style.visibility</p:attrName>
                                        </p:attrNameLst>
                                      </p:cBhvr>
                                      <p:to>
                                        <p:strVal val="visible"/>
                                      </p:to>
                                    </p:set>
                                    <p:animEffect transition="in" filter="wipe(right)">
                                      <p:cBhvr>
                                        <p:cTn id="7" dur="500"/>
                                        <p:tgtEl>
                                          <p:spTgt spid="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2" name="组合 41">
            <a:extLst>
              <a:ext uri="{FF2B5EF4-FFF2-40B4-BE49-F238E27FC236}">
                <a16:creationId xmlns:a16="http://schemas.microsoft.com/office/drawing/2014/main" id="{1ABEDB34-8D7D-4F95-B061-3F80AAFBFA77}"/>
              </a:ext>
            </a:extLst>
          </p:cNvPr>
          <p:cNvGrpSpPr/>
          <p:nvPr/>
        </p:nvGrpSpPr>
        <p:grpSpPr>
          <a:xfrm>
            <a:off x="164616" y="178180"/>
            <a:ext cx="2804616" cy="368580"/>
            <a:chOff x="164616" y="178180"/>
            <a:chExt cx="2804616" cy="368580"/>
          </a:xfrm>
        </p:grpSpPr>
        <p:cxnSp>
          <p:nvCxnSpPr>
            <p:cNvPr id="43" name="直接连接符 42">
              <a:extLst>
                <a:ext uri="{FF2B5EF4-FFF2-40B4-BE49-F238E27FC236}">
                  <a16:creationId xmlns:a16="http://schemas.microsoft.com/office/drawing/2014/main" id="{47AFA606-6701-49F4-A8BE-35A4D8A4DE05}"/>
                </a:ext>
              </a:extLst>
            </p:cNvPr>
            <p:cNvCxnSpPr>
              <a:cxnSpLocks/>
            </p:cNvCxnSpPr>
            <p:nvPr/>
          </p:nvCxnSpPr>
          <p:spPr>
            <a:xfrm flipV="1">
              <a:off x="164616" y="535956"/>
              <a:ext cx="2804616" cy="10804"/>
            </a:xfrm>
            <a:prstGeom prst="line">
              <a:avLst/>
            </a:prstGeom>
            <a:ln>
              <a:solidFill>
                <a:srgbClr val="314865"/>
              </a:solidFill>
            </a:ln>
          </p:spPr>
          <p:style>
            <a:lnRef idx="1">
              <a:schemeClr val="accent1"/>
            </a:lnRef>
            <a:fillRef idx="0">
              <a:schemeClr val="accent1"/>
            </a:fillRef>
            <a:effectRef idx="0">
              <a:schemeClr val="accent1"/>
            </a:effectRef>
            <a:fontRef idx="minor">
              <a:schemeClr val="tx1"/>
            </a:fontRef>
          </p:style>
        </p:cxnSp>
        <p:sp>
          <p:nvSpPr>
            <p:cNvPr id="44" name="文本框 43">
              <a:extLst>
                <a:ext uri="{FF2B5EF4-FFF2-40B4-BE49-F238E27FC236}">
                  <a16:creationId xmlns:a16="http://schemas.microsoft.com/office/drawing/2014/main" id="{92997A45-AA42-4E5B-8211-228C466B9130}"/>
                </a:ext>
              </a:extLst>
            </p:cNvPr>
            <p:cNvSpPr txBox="1"/>
            <p:nvPr/>
          </p:nvSpPr>
          <p:spPr>
            <a:xfrm>
              <a:off x="534486" y="178180"/>
              <a:ext cx="2434746" cy="338554"/>
            </a:xfrm>
            <a:prstGeom prst="rect">
              <a:avLst/>
            </a:prstGeom>
            <a:noFill/>
          </p:spPr>
          <p:txBody>
            <a:bodyPr wrap="square" rtlCol="0">
              <a:spAutoFit/>
            </a:bodyPr>
            <a:lstStyle/>
            <a:p>
              <a:pPr algn="ctr">
                <a:spcBef>
                  <a:spcPct val="20000"/>
                </a:spcBef>
                <a:buClr>
                  <a:schemeClr val="hlink"/>
                </a:buClr>
                <a:buSzPct val="65000"/>
              </a:pPr>
              <a:r>
                <a:rPr lang="zh-CN" altLang="en-US" sz="1600" b="1">
                  <a:solidFill>
                    <a:srgbClr val="314865"/>
                  </a:solidFill>
                  <a:effectLst>
                    <a:innerShdw blurRad="63500" dist="50800" dir="13500000">
                      <a:prstClr val="black">
                        <a:alpha val="50000"/>
                      </a:prstClr>
                    </a:innerShdw>
                  </a:effectLst>
                  <a:latin typeface="Arial"/>
                  <a:ea typeface="微软雅黑"/>
                  <a:sym typeface="Arial"/>
                </a:rPr>
                <a:t>系统功能实现</a:t>
              </a:r>
              <a:endParaRPr lang="zh-CN" altLang="en-US" sz="1600" b="1" dirty="0">
                <a:solidFill>
                  <a:srgbClr val="314865"/>
                </a:solidFill>
                <a:effectLst>
                  <a:innerShdw blurRad="63500" dist="50800" dir="13500000">
                    <a:prstClr val="black">
                      <a:alpha val="50000"/>
                    </a:prstClr>
                  </a:innerShdw>
                </a:effectLst>
                <a:latin typeface="Arial"/>
                <a:ea typeface="微软雅黑"/>
                <a:sym typeface="Arial"/>
              </a:endParaRPr>
            </a:p>
          </p:txBody>
        </p:sp>
        <p:sp>
          <p:nvSpPr>
            <p:cNvPr id="45" name="矩形 44">
              <a:extLst>
                <a:ext uri="{FF2B5EF4-FFF2-40B4-BE49-F238E27FC236}">
                  <a16:creationId xmlns:a16="http://schemas.microsoft.com/office/drawing/2014/main" id="{C0ED3065-FF93-46E7-A78C-AF340786F025}"/>
                </a:ext>
              </a:extLst>
            </p:cNvPr>
            <p:cNvSpPr/>
            <p:nvPr/>
          </p:nvSpPr>
          <p:spPr>
            <a:xfrm>
              <a:off x="164616" y="178180"/>
              <a:ext cx="47829" cy="284416"/>
            </a:xfrm>
            <a:prstGeom prst="rect">
              <a:avLst/>
            </a:prstGeom>
            <a:solidFill>
              <a:srgbClr val="314865"/>
            </a:solidFill>
            <a:ln>
              <a:solidFill>
                <a:srgbClr val="3148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
          <p:nvSpPr>
            <p:cNvPr id="46" name="矩形 45">
              <a:extLst>
                <a:ext uri="{FF2B5EF4-FFF2-40B4-BE49-F238E27FC236}">
                  <a16:creationId xmlns:a16="http://schemas.microsoft.com/office/drawing/2014/main" id="{4F33D129-DCE0-421A-968D-70DD06CEAA65}"/>
                </a:ext>
              </a:extLst>
            </p:cNvPr>
            <p:cNvSpPr/>
            <p:nvPr/>
          </p:nvSpPr>
          <p:spPr>
            <a:xfrm>
              <a:off x="275779" y="252586"/>
              <a:ext cx="47828" cy="210010"/>
            </a:xfrm>
            <a:prstGeom prst="rect">
              <a:avLst/>
            </a:prstGeom>
            <a:solidFill>
              <a:srgbClr val="314865"/>
            </a:solidFill>
            <a:ln>
              <a:solidFill>
                <a:srgbClr val="3148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
          <p:nvSpPr>
            <p:cNvPr id="47" name="矩形 46">
              <a:extLst>
                <a:ext uri="{FF2B5EF4-FFF2-40B4-BE49-F238E27FC236}">
                  <a16:creationId xmlns:a16="http://schemas.microsoft.com/office/drawing/2014/main" id="{8B667072-A78C-44AC-80E8-23E10E8E3B9D}"/>
                </a:ext>
              </a:extLst>
            </p:cNvPr>
            <p:cNvSpPr/>
            <p:nvPr/>
          </p:nvSpPr>
          <p:spPr>
            <a:xfrm flipH="1">
              <a:off x="377808" y="320388"/>
              <a:ext cx="47827" cy="142208"/>
            </a:xfrm>
            <a:prstGeom prst="rect">
              <a:avLst/>
            </a:prstGeom>
            <a:solidFill>
              <a:srgbClr val="314865"/>
            </a:solidFill>
            <a:ln>
              <a:solidFill>
                <a:srgbClr val="3148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grpSp>
      <p:sp>
        <p:nvSpPr>
          <p:cNvPr id="2" name="文本框 1">
            <a:extLst>
              <a:ext uri="{FF2B5EF4-FFF2-40B4-BE49-F238E27FC236}">
                <a16:creationId xmlns:a16="http://schemas.microsoft.com/office/drawing/2014/main" id="{10656058-A3BA-FED1-B6CB-1B397CF86720}"/>
              </a:ext>
            </a:extLst>
          </p:cNvPr>
          <p:cNvSpPr txBox="1"/>
          <p:nvPr/>
        </p:nvSpPr>
        <p:spPr>
          <a:xfrm>
            <a:off x="727588" y="923522"/>
            <a:ext cx="3489649" cy="400110"/>
          </a:xfrm>
          <a:prstGeom prst="rect">
            <a:avLst/>
          </a:prstGeom>
          <a:noFill/>
        </p:spPr>
        <p:txBody>
          <a:bodyPr wrap="square" rtlCol="0">
            <a:spAutoFit/>
          </a:bodyPr>
          <a:lstStyle/>
          <a:p>
            <a:r>
              <a:rPr lang="en-US" altLang="zh-CN" sz="2000" dirty="0">
                <a:solidFill>
                  <a:srgbClr val="314865"/>
                </a:solidFill>
                <a:latin typeface="Arial"/>
                <a:cs typeface="+mn-ea"/>
              </a:rPr>
              <a:t>(</a:t>
            </a:r>
            <a:r>
              <a:rPr lang="en-US" altLang="zh-CN" sz="2000">
                <a:solidFill>
                  <a:srgbClr val="314865"/>
                </a:solidFill>
                <a:latin typeface="Arial"/>
                <a:cs typeface="+mn-ea"/>
              </a:rPr>
              <a:t>1</a:t>
            </a:r>
            <a:r>
              <a:rPr lang="zh-CN" altLang="en-US" sz="2000" dirty="0">
                <a:solidFill>
                  <a:srgbClr val="314865"/>
                </a:solidFill>
                <a:latin typeface="Arial"/>
                <a:cs typeface="+mn-ea"/>
              </a:rPr>
              <a:t>）注册实现</a:t>
            </a:r>
          </a:p>
        </p:txBody>
      </p:sp>
      <p:sp>
        <p:nvSpPr>
          <p:cNvPr id="3" name="文本框 2">
            <a:extLst>
              <a:ext uri="{FF2B5EF4-FFF2-40B4-BE49-F238E27FC236}">
                <a16:creationId xmlns:a16="http://schemas.microsoft.com/office/drawing/2014/main" id="{FC9A1BAC-E430-AE41-8373-65897BA32B3F}"/>
              </a:ext>
            </a:extLst>
          </p:cNvPr>
          <p:cNvSpPr txBox="1"/>
          <p:nvPr/>
        </p:nvSpPr>
        <p:spPr>
          <a:xfrm>
            <a:off x="727588" y="1376477"/>
            <a:ext cx="10524744" cy="707886"/>
          </a:xfrm>
          <a:prstGeom prst="rect">
            <a:avLst/>
          </a:prstGeom>
          <a:noFill/>
        </p:spPr>
        <p:txBody>
          <a:bodyPr wrap="square" rtlCol="0">
            <a:spAutoFit/>
          </a:bodyPr>
          <a:lstStyle/>
          <a:p>
            <a:pPr algn="just"/>
            <a:r>
              <a:rPr lang="zh-CN" altLang="en-US" sz="2000" dirty="0">
                <a:solidFill>
                  <a:srgbClr val="314865"/>
                </a:solidFill>
                <a:latin typeface="Arial"/>
                <a:cs typeface="+mn-ea"/>
              </a:rPr>
              <a:t>在前台页面，当用户点击免费注册的时候或者其他页面的注册选项的时候就</a:t>
            </a:r>
            <a:r>
              <a:rPr lang="zh-CN" altLang="en-US" sz="2000">
                <a:solidFill>
                  <a:srgbClr val="314865"/>
                </a:solidFill>
                <a:latin typeface="Arial"/>
                <a:cs typeface="+mn-ea"/>
              </a:rPr>
              <a:t>能够进入</a:t>
            </a:r>
            <a:r>
              <a:rPr lang="zh-CN" altLang="en-US" sz="2000" dirty="0">
                <a:solidFill>
                  <a:srgbClr val="314865"/>
                </a:solidFill>
                <a:latin typeface="Arial"/>
                <a:cs typeface="+mn-ea"/>
              </a:rPr>
              <a:t>到注册页面，在注册页面上有空白的个人信息，注册的时候我们需要把信息</a:t>
            </a:r>
            <a:r>
              <a:rPr lang="zh-CN" altLang="en-US" sz="2000">
                <a:solidFill>
                  <a:srgbClr val="314865"/>
                </a:solidFill>
                <a:latin typeface="Arial"/>
                <a:cs typeface="+mn-ea"/>
              </a:rPr>
              <a:t>填写完整。</a:t>
            </a:r>
            <a:endParaRPr lang="zh-CN" altLang="en-US" sz="2000" dirty="0">
              <a:solidFill>
                <a:srgbClr val="314865"/>
              </a:solidFill>
              <a:latin typeface="Arial"/>
              <a:cs typeface="+mn-ea"/>
            </a:endParaRPr>
          </a:p>
        </p:txBody>
      </p:sp>
      <p:pic>
        <p:nvPicPr>
          <p:cNvPr id="4" name="图片 3">
            <a:extLst>
              <a:ext uri="{FF2B5EF4-FFF2-40B4-BE49-F238E27FC236}">
                <a16:creationId xmlns:a16="http://schemas.microsoft.com/office/drawing/2014/main" id="{64F7E068-767F-EB4D-F50F-6413B70FB007}"/>
              </a:ext>
            </a:extLst>
          </p:cNvPr>
          <p:cNvPicPr>
            <a:picLocks noChangeAspect="1"/>
          </p:cNvPicPr>
          <p:nvPr/>
        </p:nvPicPr>
        <p:blipFill>
          <a:blip r:embed="rId3"/>
          <a:stretch>
            <a:fillRect/>
          </a:stretch>
        </p:blipFill>
        <p:spPr>
          <a:xfrm>
            <a:off x="3689217" y="2381704"/>
            <a:ext cx="4601485" cy="3957070"/>
          </a:xfrm>
          <a:prstGeom prst="rect">
            <a:avLst/>
          </a:prstGeom>
        </p:spPr>
      </p:pic>
    </p:spTree>
    <p:extLst>
      <p:ext uri="{BB962C8B-B14F-4D97-AF65-F5344CB8AC3E}">
        <p14:creationId xmlns:p14="http://schemas.microsoft.com/office/powerpoint/2010/main" val="294767439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2" name="组合 41">
            <a:extLst>
              <a:ext uri="{FF2B5EF4-FFF2-40B4-BE49-F238E27FC236}">
                <a16:creationId xmlns:a16="http://schemas.microsoft.com/office/drawing/2014/main" id="{1ABEDB34-8D7D-4F95-B061-3F80AAFBFA77}"/>
              </a:ext>
            </a:extLst>
          </p:cNvPr>
          <p:cNvGrpSpPr/>
          <p:nvPr/>
        </p:nvGrpSpPr>
        <p:grpSpPr>
          <a:xfrm>
            <a:off x="164616" y="178180"/>
            <a:ext cx="2804616" cy="368580"/>
            <a:chOff x="164616" y="178180"/>
            <a:chExt cx="2804616" cy="368580"/>
          </a:xfrm>
        </p:grpSpPr>
        <p:cxnSp>
          <p:nvCxnSpPr>
            <p:cNvPr id="43" name="直接连接符 42">
              <a:extLst>
                <a:ext uri="{FF2B5EF4-FFF2-40B4-BE49-F238E27FC236}">
                  <a16:creationId xmlns:a16="http://schemas.microsoft.com/office/drawing/2014/main" id="{47AFA606-6701-49F4-A8BE-35A4D8A4DE05}"/>
                </a:ext>
              </a:extLst>
            </p:cNvPr>
            <p:cNvCxnSpPr>
              <a:cxnSpLocks/>
            </p:cNvCxnSpPr>
            <p:nvPr/>
          </p:nvCxnSpPr>
          <p:spPr>
            <a:xfrm flipV="1">
              <a:off x="164616" y="535956"/>
              <a:ext cx="2804616" cy="10804"/>
            </a:xfrm>
            <a:prstGeom prst="line">
              <a:avLst/>
            </a:prstGeom>
            <a:ln>
              <a:solidFill>
                <a:srgbClr val="314865"/>
              </a:solidFill>
            </a:ln>
          </p:spPr>
          <p:style>
            <a:lnRef idx="1">
              <a:schemeClr val="accent1"/>
            </a:lnRef>
            <a:fillRef idx="0">
              <a:schemeClr val="accent1"/>
            </a:fillRef>
            <a:effectRef idx="0">
              <a:schemeClr val="accent1"/>
            </a:effectRef>
            <a:fontRef idx="minor">
              <a:schemeClr val="tx1"/>
            </a:fontRef>
          </p:style>
        </p:cxnSp>
        <p:sp>
          <p:nvSpPr>
            <p:cNvPr id="44" name="文本框 43">
              <a:extLst>
                <a:ext uri="{FF2B5EF4-FFF2-40B4-BE49-F238E27FC236}">
                  <a16:creationId xmlns:a16="http://schemas.microsoft.com/office/drawing/2014/main" id="{92997A45-AA42-4E5B-8211-228C466B9130}"/>
                </a:ext>
              </a:extLst>
            </p:cNvPr>
            <p:cNvSpPr txBox="1"/>
            <p:nvPr/>
          </p:nvSpPr>
          <p:spPr>
            <a:xfrm>
              <a:off x="534486" y="178180"/>
              <a:ext cx="2434746" cy="338554"/>
            </a:xfrm>
            <a:prstGeom prst="rect">
              <a:avLst/>
            </a:prstGeom>
            <a:noFill/>
          </p:spPr>
          <p:txBody>
            <a:bodyPr wrap="square" rtlCol="0">
              <a:spAutoFit/>
            </a:bodyPr>
            <a:lstStyle/>
            <a:p>
              <a:pPr algn="ctr">
                <a:spcBef>
                  <a:spcPct val="20000"/>
                </a:spcBef>
                <a:buClr>
                  <a:schemeClr val="hlink"/>
                </a:buClr>
                <a:buSzPct val="65000"/>
              </a:pPr>
              <a:r>
                <a:rPr lang="zh-CN" altLang="en-US" sz="1600" b="1">
                  <a:solidFill>
                    <a:srgbClr val="314865"/>
                  </a:solidFill>
                  <a:effectLst>
                    <a:innerShdw blurRad="63500" dist="50800" dir="13500000">
                      <a:prstClr val="black">
                        <a:alpha val="50000"/>
                      </a:prstClr>
                    </a:innerShdw>
                  </a:effectLst>
                  <a:latin typeface="Arial"/>
                  <a:ea typeface="微软雅黑"/>
                  <a:sym typeface="Arial"/>
                </a:rPr>
                <a:t>系统功能实现</a:t>
              </a:r>
              <a:endParaRPr lang="zh-CN" altLang="en-US" sz="1600" b="1" dirty="0">
                <a:solidFill>
                  <a:srgbClr val="314865"/>
                </a:solidFill>
                <a:effectLst>
                  <a:innerShdw blurRad="63500" dist="50800" dir="13500000">
                    <a:prstClr val="black">
                      <a:alpha val="50000"/>
                    </a:prstClr>
                  </a:innerShdw>
                </a:effectLst>
                <a:latin typeface="Arial"/>
                <a:ea typeface="微软雅黑"/>
                <a:sym typeface="Arial"/>
              </a:endParaRPr>
            </a:p>
          </p:txBody>
        </p:sp>
        <p:sp>
          <p:nvSpPr>
            <p:cNvPr id="45" name="矩形 44">
              <a:extLst>
                <a:ext uri="{FF2B5EF4-FFF2-40B4-BE49-F238E27FC236}">
                  <a16:creationId xmlns:a16="http://schemas.microsoft.com/office/drawing/2014/main" id="{C0ED3065-FF93-46E7-A78C-AF340786F025}"/>
                </a:ext>
              </a:extLst>
            </p:cNvPr>
            <p:cNvSpPr/>
            <p:nvPr/>
          </p:nvSpPr>
          <p:spPr>
            <a:xfrm>
              <a:off x="164616" y="178180"/>
              <a:ext cx="47829" cy="284416"/>
            </a:xfrm>
            <a:prstGeom prst="rect">
              <a:avLst/>
            </a:prstGeom>
            <a:solidFill>
              <a:srgbClr val="314865"/>
            </a:solidFill>
            <a:ln>
              <a:solidFill>
                <a:srgbClr val="3148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
          <p:nvSpPr>
            <p:cNvPr id="46" name="矩形 45">
              <a:extLst>
                <a:ext uri="{FF2B5EF4-FFF2-40B4-BE49-F238E27FC236}">
                  <a16:creationId xmlns:a16="http://schemas.microsoft.com/office/drawing/2014/main" id="{4F33D129-DCE0-421A-968D-70DD06CEAA65}"/>
                </a:ext>
              </a:extLst>
            </p:cNvPr>
            <p:cNvSpPr/>
            <p:nvPr/>
          </p:nvSpPr>
          <p:spPr>
            <a:xfrm>
              <a:off x="275779" y="252586"/>
              <a:ext cx="47828" cy="210010"/>
            </a:xfrm>
            <a:prstGeom prst="rect">
              <a:avLst/>
            </a:prstGeom>
            <a:solidFill>
              <a:srgbClr val="314865"/>
            </a:solidFill>
            <a:ln>
              <a:solidFill>
                <a:srgbClr val="3148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
          <p:nvSpPr>
            <p:cNvPr id="47" name="矩形 46">
              <a:extLst>
                <a:ext uri="{FF2B5EF4-FFF2-40B4-BE49-F238E27FC236}">
                  <a16:creationId xmlns:a16="http://schemas.microsoft.com/office/drawing/2014/main" id="{8B667072-A78C-44AC-80E8-23E10E8E3B9D}"/>
                </a:ext>
              </a:extLst>
            </p:cNvPr>
            <p:cNvSpPr/>
            <p:nvPr/>
          </p:nvSpPr>
          <p:spPr>
            <a:xfrm flipH="1">
              <a:off x="377808" y="320388"/>
              <a:ext cx="47827" cy="142208"/>
            </a:xfrm>
            <a:prstGeom prst="rect">
              <a:avLst/>
            </a:prstGeom>
            <a:solidFill>
              <a:srgbClr val="314865"/>
            </a:solidFill>
            <a:ln>
              <a:solidFill>
                <a:srgbClr val="3148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grpSp>
      <p:sp>
        <p:nvSpPr>
          <p:cNvPr id="2" name="文本框 1">
            <a:extLst>
              <a:ext uri="{FF2B5EF4-FFF2-40B4-BE49-F238E27FC236}">
                <a16:creationId xmlns:a16="http://schemas.microsoft.com/office/drawing/2014/main" id="{10656058-A3BA-FED1-B6CB-1B397CF86720}"/>
              </a:ext>
            </a:extLst>
          </p:cNvPr>
          <p:cNvSpPr txBox="1"/>
          <p:nvPr/>
        </p:nvSpPr>
        <p:spPr>
          <a:xfrm>
            <a:off x="802433" y="799284"/>
            <a:ext cx="3489649" cy="400110"/>
          </a:xfrm>
          <a:prstGeom prst="rect">
            <a:avLst/>
          </a:prstGeom>
          <a:noFill/>
        </p:spPr>
        <p:txBody>
          <a:bodyPr wrap="square" rtlCol="0">
            <a:spAutoFit/>
          </a:bodyPr>
          <a:lstStyle/>
          <a:p>
            <a:r>
              <a:rPr lang="zh-CN" altLang="en-US" sz="2000" dirty="0"/>
              <a:t>（</a:t>
            </a:r>
            <a:r>
              <a:rPr lang="en-US" altLang="zh-CN" sz="2000" dirty="0">
                <a:solidFill>
                  <a:srgbClr val="314865"/>
                </a:solidFill>
                <a:latin typeface="Arial"/>
                <a:cs typeface="+mn-ea"/>
              </a:rPr>
              <a:t>2</a:t>
            </a:r>
            <a:r>
              <a:rPr lang="zh-CN" altLang="en-US" sz="2000" dirty="0">
                <a:solidFill>
                  <a:srgbClr val="314865"/>
                </a:solidFill>
                <a:latin typeface="Arial"/>
                <a:cs typeface="+mn-ea"/>
              </a:rPr>
              <a:t>）登录实现</a:t>
            </a:r>
          </a:p>
        </p:txBody>
      </p:sp>
      <p:sp>
        <p:nvSpPr>
          <p:cNvPr id="3" name="文本框 2">
            <a:extLst>
              <a:ext uri="{FF2B5EF4-FFF2-40B4-BE49-F238E27FC236}">
                <a16:creationId xmlns:a16="http://schemas.microsoft.com/office/drawing/2014/main" id="{FC9A1BAC-E430-AE41-8373-65897BA32B3F}"/>
              </a:ext>
            </a:extLst>
          </p:cNvPr>
          <p:cNvSpPr txBox="1"/>
          <p:nvPr/>
        </p:nvSpPr>
        <p:spPr>
          <a:xfrm>
            <a:off x="957974" y="1296044"/>
            <a:ext cx="6668215" cy="369332"/>
          </a:xfrm>
          <a:prstGeom prst="rect">
            <a:avLst/>
          </a:prstGeom>
          <a:noFill/>
        </p:spPr>
        <p:txBody>
          <a:bodyPr wrap="square" rtlCol="0">
            <a:spAutoFit/>
          </a:bodyPr>
          <a:lstStyle/>
          <a:p>
            <a:r>
              <a:rPr lang="zh-CN" altLang="en-US" dirty="0">
                <a:solidFill>
                  <a:srgbClr val="314865"/>
                </a:solidFill>
                <a:latin typeface="Arial"/>
                <a:cs typeface="+mn-ea"/>
              </a:rPr>
              <a:t>已注册用户登录的时候，直接输入账号和密码，</a:t>
            </a:r>
            <a:r>
              <a:rPr lang="zh-CN" altLang="en-US">
                <a:solidFill>
                  <a:srgbClr val="314865"/>
                </a:solidFill>
                <a:latin typeface="Arial"/>
                <a:cs typeface="+mn-ea"/>
              </a:rPr>
              <a:t>点击登录。</a:t>
            </a:r>
            <a:endParaRPr lang="zh-CN" altLang="en-US" dirty="0">
              <a:solidFill>
                <a:srgbClr val="314865"/>
              </a:solidFill>
              <a:latin typeface="Arial"/>
              <a:cs typeface="+mn-ea"/>
            </a:endParaRPr>
          </a:p>
        </p:txBody>
      </p:sp>
      <p:pic>
        <p:nvPicPr>
          <p:cNvPr id="5" name="图片 4">
            <a:extLst>
              <a:ext uri="{FF2B5EF4-FFF2-40B4-BE49-F238E27FC236}">
                <a16:creationId xmlns:a16="http://schemas.microsoft.com/office/drawing/2014/main" id="{59F96179-9756-F20B-8611-B826445AE9DF}"/>
              </a:ext>
            </a:extLst>
          </p:cNvPr>
          <p:cNvPicPr>
            <a:picLocks noChangeAspect="1"/>
          </p:cNvPicPr>
          <p:nvPr/>
        </p:nvPicPr>
        <p:blipFill rotWithShape="1">
          <a:blip r:embed="rId3"/>
          <a:srcRect b="9556"/>
          <a:stretch/>
        </p:blipFill>
        <p:spPr>
          <a:xfrm>
            <a:off x="3672630" y="1930674"/>
            <a:ext cx="5178762" cy="3844484"/>
          </a:xfrm>
          <a:prstGeom prst="rect">
            <a:avLst/>
          </a:prstGeom>
        </p:spPr>
      </p:pic>
    </p:spTree>
    <p:extLst>
      <p:ext uri="{BB962C8B-B14F-4D97-AF65-F5344CB8AC3E}">
        <p14:creationId xmlns:p14="http://schemas.microsoft.com/office/powerpoint/2010/main" val="36321475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2" name="组合 41">
            <a:extLst>
              <a:ext uri="{FF2B5EF4-FFF2-40B4-BE49-F238E27FC236}">
                <a16:creationId xmlns:a16="http://schemas.microsoft.com/office/drawing/2014/main" id="{1ABEDB34-8D7D-4F95-B061-3F80AAFBFA77}"/>
              </a:ext>
            </a:extLst>
          </p:cNvPr>
          <p:cNvGrpSpPr/>
          <p:nvPr/>
        </p:nvGrpSpPr>
        <p:grpSpPr>
          <a:xfrm>
            <a:off x="164616" y="178180"/>
            <a:ext cx="2804616" cy="368580"/>
            <a:chOff x="164616" y="178180"/>
            <a:chExt cx="2804616" cy="368580"/>
          </a:xfrm>
        </p:grpSpPr>
        <p:cxnSp>
          <p:nvCxnSpPr>
            <p:cNvPr id="43" name="直接连接符 42">
              <a:extLst>
                <a:ext uri="{FF2B5EF4-FFF2-40B4-BE49-F238E27FC236}">
                  <a16:creationId xmlns:a16="http://schemas.microsoft.com/office/drawing/2014/main" id="{47AFA606-6701-49F4-A8BE-35A4D8A4DE05}"/>
                </a:ext>
              </a:extLst>
            </p:cNvPr>
            <p:cNvCxnSpPr>
              <a:cxnSpLocks/>
            </p:cNvCxnSpPr>
            <p:nvPr/>
          </p:nvCxnSpPr>
          <p:spPr>
            <a:xfrm flipV="1">
              <a:off x="164616" y="535956"/>
              <a:ext cx="2804616" cy="10804"/>
            </a:xfrm>
            <a:prstGeom prst="line">
              <a:avLst/>
            </a:prstGeom>
            <a:ln>
              <a:solidFill>
                <a:srgbClr val="314865"/>
              </a:solidFill>
            </a:ln>
          </p:spPr>
          <p:style>
            <a:lnRef idx="1">
              <a:schemeClr val="accent1"/>
            </a:lnRef>
            <a:fillRef idx="0">
              <a:schemeClr val="accent1"/>
            </a:fillRef>
            <a:effectRef idx="0">
              <a:schemeClr val="accent1"/>
            </a:effectRef>
            <a:fontRef idx="minor">
              <a:schemeClr val="tx1"/>
            </a:fontRef>
          </p:style>
        </p:cxnSp>
        <p:sp>
          <p:nvSpPr>
            <p:cNvPr id="44" name="文本框 43">
              <a:extLst>
                <a:ext uri="{FF2B5EF4-FFF2-40B4-BE49-F238E27FC236}">
                  <a16:creationId xmlns:a16="http://schemas.microsoft.com/office/drawing/2014/main" id="{92997A45-AA42-4E5B-8211-228C466B9130}"/>
                </a:ext>
              </a:extLst>
            </p:cNvPr>
            <p:cNvSpPr txBox="1"/>
            <p:nvPr/>
          </p:nvSpPr>
          <p:spPr>
            <a:xfrm>
              <a:off x="534486" y="178180"/>
              <a:ext cx="2434746" cy="338554"/>
            </a:xfrm>
            <a:prstGeom prst="rect">
              <a:avLst/>
            </a:prstGeom>
            <a:noFill/>
          </p:spPr>
          <p:txBody>
            <a:bodyPr wrap="square" rtlCol="0">
              <a:spAutoFit/>
            </a:bodyPr>
            <a:lstStyle/>
            <a:p>
              <a:pPr algn="ctr">
                <a:spcBef>
                  <a:spcPct val="20000"/>
                </a:spcBef>
                <a:buClr>
                  <a:schemeClr val="hlink"/>
                </a:buClr>
                <a:buSzPct val="65000"/>
              </a:pPr>
              <a:r>
                <a:rPr lang="zh-CN" altLang="en-US" sz="1600" b="1">
                  <a:solidFill>
                    <a:srgbClr val="314865"/>
                  </a:solidFill>
                  <a:effectLst>
                    <a:innerShdw blurRad="63500" dist="50800" dir="13500000">
                      <a:prstClr val="black">
                        <a:alpha val="50000"/>
                      </a:prstClr>
                    </a:innerShdw>
                  </a:effectLst>
                  <a:latin typeface="Arial"/>
                  <a:ea typeface="微软雅黑"/>
                  <a:sym typeface="Arial"/>
                </a:rPr>
                <a:t>系统功能实现</a:t>
              </a:r>
              <a:endParaRPr lang="zh-CN" altLang="en-US" sz="1600" b="1" dirty="0">
                <a:solidFill>
                  <a:srgbClr val="314865"/>
                </a:solidFill>
                <a:effectLst>
                  <a:innerShdw blurRad="63500" dist="50800" dir="13500000">
                    <a:prstClr val="black">
                      <a:alpha val="50000"/>
                    </a:prstClr>
                  </a:innerShdw>
                </a:effectLst>
                <a:latin typeface="Arial"/>
                <a:ea typeface="微软雅黑"/>
                <a:sym typeface="Arial"/>
              </a:endParaRPr>
            </a:p>
          </p:txBody>
        </p:sp>
        <p:sp>
          <p:nvSpPr>
            <p:cNvPr id="45" name="矩形 44">
              <a:extLst>
                <a:ext uri="{FF2B5EF4-FFF2-40B4-BE49-F238E27FC236}">
                  <a16:creationId xmlns:a16="http://schemas.microsoft.com/office/drawing/2014/main" id="{C0ED3065-FF93-46E7-A78C-AF340786F025}"/>
                </a:ext>
              </a:extLst>
            </p:cNvPr>
            <p:cNvSpPr/>
            <p:nvPr/>
          </p:nvSpPr>
          <p:spPr>
            <a:xfrm>
              <a:off x="164616" y="178180"/>
              <a:ext cx="47829" cy="284416"/>
            </a:xfrm>
            <a:prstGeom prst="rect">
              <a:avLst/>
            </a:prstGeom>
            <a:solidFill>
              <a:srgbClr val="314865"/>
            </a:solidFill>
            <a:ln>
              <a:solidFill>
                <a:srgbClr val="3148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
          <p:nvSpPr>
            <p:cNvPr id="46" name="矩形 45">
              <a:extLst>
                <a:ext uri="{FF2B5EF4-FFF2-40B4-BE49-F238E27FC236}">
                  <a16:creationId xmlns:a16="http://schemas.microsoft.com/office/drawing/2014/main" id="{4F33D129-DCE0-421A-968D-70DD06CEAA65}"/>
                </a:ext>
              </a:extLst>
            </p:cNvPr>
            <p:cNvSpPr/>
            <p:nvPr/>
          </p:nvSpPr>
          <p:spPr>
            <a:xfrm>
              <a:off x="275779" y="252586"/>
              <a:ext cx="47828" cy="210010"/>
            </a:xfrm>
            <a:prstGeom prst="rect">
              <a:avLst/>
            </a:prstGeom>
            <a:solidFill>
              <a:srgbClr val="314865"/>
            </a:solidFill>
            <a:ln>
              <a:solidFill>
                <a:srgbClr val="3148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
          <p:nvSpPr>
            <p:cNvPr id="47" name="矩形 46">
              <a:extLst>
                <a:ext uri="{FF2B5EF4-FFF2-40B4-BE49-F238E27FC236}">
                  <a16:creationId xmlns:a16="http://schemas.microsoft.com/office/drawing/2014/main" id="{8B667072-A78C-44AC-80E8-23E10E8E3B9D}"/>
                </a:ext>
              </a:extLst>
            </p:cNvPr>
            <p:cNvSpPr/>
            <p:nvPr/>
          </p:nvSpPr>
          <p:spPr>
            <a:xfrm flipH="1">
              <a:off x="377808" y="320388"/>
              <a:ext cx="47827" cy="142208"/>
            </a:xfrm>
            <a:prstGeom prst="rect">
              <a:avLst/>
            </a:prstGeom>
            <a:solidFill>
              <a:srgbClr val="314865"/>
            </a:solidFill>
            <a:ln>
              <a:solidFill>
                <a:srgbClr val="3148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grpSp>
      <p:sp>
        <p:nvSpPr>
          <p:cNvPr id="2" name="文本框 1">
            <a:extLst>
              <a:ext uri="{FF2B5EF4-FFF2-40B4-BE49-F238E27FC236}">
                <a16:creationId xmlns:a16="http://schemas.microsoft.com/office/drawing/2014/main" id="{10656058-A3BA-FED1-B6CB-1B397CF86720}"/>
              </a:ext>
            </a:extLst>
          </p:cNvPr>
          <p:cNvSpPr txBox="1"/>
          <p:nvPr/>
        </p:nvSpPr>
        <p:spPr>
          <a:xfrm>
            <a:off x="802433" y="799284"/>
            <a:ext cx="3489649" cy="400110"/>
          </a:xfrm>
          <a:prstGeom prst="rect">
            <a:avLst/>
          </a:prstGeom>
          <a:noFill/>
        </p:spPr>
        <p:txBody>
          <a:bodyPr wrap="square" rtlCol="0">
            <a:spAutoFit/>
          </a:bodyPr>
          <a:lstStyle/>
          <a:p>
            <a:r>
              <a:rPr lang="zh-CN" altLang="en-US" sz="2000"/>
              <a:t>（</a:t>
            </a:r>
            <a:r>
              <a:rPr lang="en-US" altLang="zh-CN" sz="2000">
                <a:solidFill>
                  <a:srgbClr val="314865"/>
                </a:solidFill>
                <a:latin typeface="Arial"/>
                <a:cs typeface="+mn-ea"/>
              </a:rPr>
              <a:t>3</a:t>
            </a:r>
            <a:r>
              <a:rPr lang="zh-CN" altLang="en-US" sz="2000">
                <a:solidFill>
                  <a:srgbClr val="314865"/>
                </a:solidFill>
                <a:latin typeface="Arial"/>
                <a:cs typeface="+mn-ea"/>
              </a:rPr>
              <a:t>）产品管理实现</a:t>
            </a:r>
            <a:endParaRPr lang="zh-CN" altLang="en-US" sz="2000" dirty="0">
              <a:solidFill>
                <a:srgbClr val="314865"/>
              </a:solidFill>
              <a:latin typeface="Arial"/>
              <a:cs typeface="+mn-ea"/>
            </a:endParaRPr>
          </a:p>
        </p:txBody>
      </p:sp>
      <p:sp>
        <p:nvSpPr>
          <p:cNvPr id="3" name="文本框 2">
            <a:extLst>
              <a:ext uri="{FF2B5EF4-FFF2-40B4-BE49-F238E27FC236}">
                <a16:creationId xmlns:a16="http://schemas.microsoft.com/office/drawing/2014/main" id="{FC9A1BAC-E430-AE41-8373-65897BA32B3F}"/>
              </a:ext>
            </a:extLst>
          </p:cNvPr>
          <p:cNvSpPr txBox="1"/>
          <p:nvPr/>
        </p:nvSpPr>
        <p:spPr>
          <a:xfrm>
            <a:off x="957974" y="1296044"/>
            <a:ext cx="10274708" cy="646331"/>
          </a:xfrm>
          <a:prstGeom prst="rect">
            <a:avLst/>
          </a:prstGeom>
          <a:noFill/>
        </p:spPr>
        <p:txBody>
          <a:bodyPr wrap="square" rtlCol="0">
            <a:spAutoFit/>
          </a:bodyPr>
          <a:lstStyle/>
          <a:p>
            <a:r>
              <a:rPr lang="zh-CN" altLang="en-US">
                <a:solidFill>
                  <a:srgbClr val="314865"/>
                </a:solidFill>
                <a:latin typeface="Arial"/>
                <a:cs typeface="+mn-ea"/>
              </a:rPr>
              <a:t>后台人员登录后可以对产品进行管理，其中能够进行的操作是添加产品，修改产品，查询产品，更改产品的状态。</a:t>
            </a:r>
            <a:endParaRPr lang="zh-CN" altLang="en-US" dirty="0">
              <a:solidFill>
                <a:srgbClr val="314865"/>
              </a:solidFill>
              <a:latin typeface="Arial"/>
              <a:cs typeface="+mn-ea"/>
            </a:endParaRPr>
          </a:p>
        </p:txBody>
      </p:sp>
      <p:pic>
        <p:nvPicPr>
          <p:cNvPr id="1026" name="图片 1">
            <a:extLst>
              <a:ext uri="{FF2B5EF4-FFF2-40B4-BE49-F238E27FC236}">
                <a16:creationId xmlns:a16="http://schemas.microsoft.com/office/drawing/2014/main" id="{F9142C00-23A3-377D-8761-E9B39BF209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86957" y="2193028"/>
            <a:ext cx="8816741" cy="40196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0162568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2" name="组合 41">
            <a:extLst>
              <a:ext uri="{FF2B5EF4-FFF2-40B4-BE49-F238E27FC236}">
                <a16:creationId xmlns:a16="http://schemas.microsoft.com/office/drawing/2014/main" id="{1ABEDB34-8D7D-4F95-B061-3F80AAFBFA77}"/>
              </a:ext>
            </a:extLst>
          </p:cNvPr>
          <p:cNvGrpSpPr/>
          <p:nvPr/>
        </p:nvGrpSpPr>
        <p:grpSpPr>
          <a:xfrm>
            <a:off x="164616" y="178180"/>
            <a:ext cx="2804616" cy="368580"/>
            <a:chOff x="164616" y="178180"/>
            <a:chExt cx="2804616" cy="368580"/>
          </a:xfrm>
        </p:grpSpPr>
        <p:cxnSp>
          <p:nvCxnSpPr>
            <p:cNvPr id="43" name="直接连接符 42">
              <a:extLst>
                <a:ext uri="{FF2B5EF4-FFF2-40B4-BE49-F238E27FC236}">
                  <a16:creationId xmlns:a16="http://schemas.microsoft.com/office/drawing/2014/main" id="{47AFA606-6701-49F4-A8BE-35A4D8A4DE05}"/>
                </a:ext>
              </a:extLst>
            </p:cNvPr>
            <p:cNvCxnSpPr>
              <a:cxnSpLocks/>
            </p:cNvCxnSpPr>
            <p:nvPr/>
          </p:nvCxnSpPr>
          <p:spPr>
            <a:xfrm flipV="1">
              <a:off x="164616" y="535956"/>
              <a:ext cx="2804616" cy="10804"/>
            </a:xfrm>
            <a:prstGeom prst="line">
              <a:avLst/>
            </a:prstGeom>
            <a:ln>
              <a:solidFill>
                <a:srgbClr val="314865"/>
              </a:solidFill>
            </a:ln>
          </p:spPr>
          <p:style>
            <a:lnRef idx="1">
              <a:schemeClr val="accent1"/>
            </a:lnRef>
            <a:fillRef idx="0">
              <a:schemeClr val="accent1"/>
            </a:fillRef>
            <a:effectRef idx="0">
              <a:schemeClr val="accent1"/>
            </a:effectRef>
            <a:fontRef idx="minor">
              <a:schemeClr val="tx1"/>
            </a:fontRef>
          </p:style>
        </p:cxnSp>
        <p:sp>
          <p:nvSpPr>
            <p:cNvPr id="44" name="文本框 43">
              <a:extLst>
                <a:ext uri="{FF2B5EF4-FFF2-40B4-BE49-F238E27FC236}">
                  <a16:creationId xmlns:a16="http://schemas.microsoft.com/office/drawing/2014/main" id="{92997A45-AA42-4E5B-8211-228C466B9130}"/>
                </a:ext>
              </a:extLst>
            </p:cNvPr>
            <p:cNvSpPr txBox="1"/>
            <p:nvPr/>
          </p:nvSpPr>
          <p:spPr>
            <a:xfrm>
              <a:off x="534486" y="178180"/>
              <a:ext cx="2434746" cy="338554"/>
            </a:xfrm>
            <a:prstGeom prst="rect">
              <a:avLst/>
            </a:prstGeom>
            <a:noFill/>
          </p:spPr>
          <p:txBody>
            <a:bodyPr wrap="square" rtlCol="0">
              <a:spAutoFit/>
            </a:bodyPr>
            <a:lstStyle/>
            <a:p>
              <a:pPr algn="ctr">
                <a:spcBef>
                  <a:spcPct val="20000"/>
                </a:spcBef>
                <a:buClr>
                  <a:schemeClr val="hlink"/>
                </a:buClr>
                <a:buSzPct val="65000"/>
              </a:pPr>
              <a:r>
                <a:rPr lang="zh-CN" altLang="en-US" sz="1600" b="1">
                  <a:solidFill>
                    <a:srgbClr val="314865"/>
                  </a:solidFill>
                  <a:effectLst>
                    <a:innerShdw blurRad="63500" dist="50800" dir="13500000">
                      <a:prstClr val="black">
                        <a:alpha val="50000"/>
                      </a:prstClr>
                    </a:innerShdw>
                  </a:effectLst>
                  <a:latin typeface="Arial"/>
                  <a:ea typeface="微软雅黑"/>
                  <a:sym typeface="Arial"/>
                </a:rPr>
                <a:t>系统功能实现</a:t>
              </a:r>
              <a:endParaRPr lang="zh-CN" altLang="en-US" sz="1600" b="1" dirty="0">
                <a:solidFill>
                  <a:srgbClr val="314865"/>
                </a:solidFill>
                <a:effectLst>
                  <a:innerShdw blurRad="63500" dist="50800" dir="13500000">
                    <a:prstClr val="black">
                      <a:alpha val="50000"/>
                    </a:prstClr>
                  </a:innerShdw>
                </a:effectLst>
                <a:latin typeface="Arial"/>
                <a:ea typeface="微软雅黑"/>
                <a:sym typeface="Arial"/>
              </a:endParaRPr>
            </a:p>
          </p:txBody>
        </p:sp>
        <p:sp>
          <p:nvSpPr>
            <p:cNvPr id="45" name="矩形 44">
              <a:extLst>
                <a:ext uri="{FF2B5EF4-FFF2-40B4-BE49-F238E27FC236}">
                  <a16:creationId xmlns:a16="http://schemas.microsoft.com/office/drawing/2014/main" id="{C0ED3065-FF93-46E7-A78C-AF340786F025}"/>
                </a:ext>
              </a:extLst>
            </p:cNvPr>
            <p:cNvSpPr/>
            <p:nvPr/>
          </p:nvSpPr>
          <p:spPr>
            <a:xfrm>
              <a:off x="164616" y="178180"/>
              <a:ext cx="47829" cy="284416"/>
            </a:xfrm>
            <a:prstGeom prst="rect">
              <a:avLst/>
            </a:prstGeom>
            <a:solidFill>
              <a:srgbClr val="314865"/>
            </a:solidFill>
            <a:ln>
              <a:solidFill>
                <a:srgbClr val="3148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
          <p:nvSpPr>
            <p:cNvPr id="46" name="矩形 45">
              <a:extLst>
                <a:ext uri="{FF2B5EF4-FFF2-40B4-BE49-F238E27FC236}">
                  <a16:creationId xmlns:a16="http://schemas.microsoft.com/office/drawing/2014/main" id="{4F33D129-DCE0-421A-968D-70DD06CEAA65}"/>
                </a:ext>
              </a:extLst>
            </p:cNvPr>
            <p:cNvSpPr/>
            <p:nvPr/>
          </p:nvSpPr>
          <p:spPr>
            <a:xfrm>
              <a:off x="275779" y="252586"/>
              <a:ext cx="47828" cy="210010"/>
            </a:xfrm>
            <a:prstGeom prst="rect">
              <a:avLst/>
            </a:prstGeom>
            <a:solidFill>
              <a:srgbClr val="314865"/>
            </a:solidFill>
            <a:ln>
              <a:solidFill>
                <a:srgbClr val="3148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
          <p:nvSpPr>
            <p:cNvPr id="47" name="矩形 46">
              <a:extLst>
                <a:ext uri="{FF2B5EF4-FFF2-40B4-BE49-F238E27FC236}">
                  <a16:creationId xmlns:a16="http://schemas.microsoft.com/office/drawing/2014/main" id="{8B667072-A78C-44AC-80E8-23E10E8E3B9D}"/>
                </a:ext>
              </a:extLst>
            </p:cNvPr>
            <p:cNvSpPr/>
            <p:nvPr/>
          </p:nvSpPr>
          <p:spPr>
            <a:xfrm flipH="1">
              <a:off x="377808" y="320388"/>
              <a:ext cx="47827" cy="142208"/>
            </a:xfrm>
            <a:prstGeom prst="rect">
              <a:avLst/>
            </a:prstGeom>
            <a:solidFill>
              <a:srgbClr val="314865"/>
            </a:solidFill>
            <a:ln>
              <a:solidFill>
                <a:srgbClr val="3148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grpSp>
      <p:sp>
        <p:nvSpPr>
          <p:cNvPr id="2" name="文本框 1">
            <a:extLst>
              <a:ext uri="{FF2B5EF4-FFF2-40B4-BE49-F238E27FC236}">
                <a16:creationId xmlns:a16="http://schemas.microsoft.com/office/drawing/2014/main" id="{10656058-A3BA-FED1-B6CB-1B397CF86720}"/>
              </a:ext>
            </a:extLst>
          </p:cNvPr>
          <p:cNvSpPr txBox="1"/>
          <p:nvPr/>
        </p:nvSpPr>
        <p:spPr>
          <a:xfrm>
            <a:off x="802433" y="799284"/>
            <a:ext cx="3489649" cy="400110"/>
          </a:xfrm>
          <a:prstGeom prst="rect">
            <a:avLst/>
          </a:prstGeom>
          <a:noFill/>
        </p:spPr>
        <p:txBody>
          <a:bodyPr wrap="square" rtlCol="0">
            <a:spAutoFit/>
          </a:bodyPr>
          <a:lstStyle/>
          <a:p>
            <a:r>
              <a:rPr lang="zh-CN" altLang="en-US" sz="2000"/>
              <a:t>（</a:t>
            </a:r>
            <a:r>
              <a:rPr lang="en-US" altLang="zh-CN" sz="2000">
                <a:solidFill>
                  <a:srgbClr val="314865"/>
                </a:solidFill>
                <a:latin typeface="Arial"/>
                <a:cs typeface="+mn-ea"/>
              </a:rPr>
              <a:t>4</a:t>
            </a:r>
            <a:r>
              <a:rPr lang="zh-CN" altLang="en-US" sz="2000">
                <a:solidFill>
                  <a:srgbClr val="314865"/>
                </a:solidFill>
                <a:latin typeface="Arial"/>
                <a:cs typeface="+mn-ea"/>
              </a:rPr>
              <a:t>）产品分类实现</a:t>
            </a:r>
            <a:endParaRPr lang="zh-CN" altLang="en-US" sz="2000" dirty="0">
              <a:solidFill>
                <a:srgbClr val="314865"/>
              </a:solidFill>
              <a:latin typeface="Arial"/>
              <a:cs typeface="+mn-ea"/>
            </a:endParaRPr>
          </a:p>
        </p:txBody>
      </p:sp>
      <p:sp>
        <p:nvSpPr>
          <p:cNvPr id="3" name="文本框 2">
            <a:extLst>
              <a:ext uri="{FF2B5EF4-FFF2-40B4-BE49-F238E27FC236}">
                <a16:creationId xmlns:a16="http://schemas.microsoft.com/office/drawing/2014/main" id="{FC9A1BAC-E430-AE41-8373-65897BA32B3F}"/>
              </a:ext>
            </a:extLst>
          </p:cNvPr>
          <p:cNvSpPr txBox="1"/>
          <p:nvPr/>
        </p:nvSpPr>
        <p:spPr>
          <a:xfrm>
            <a:off x="957974" y="1296044"/>
            <a:ext cx="10274708" cy="646331"/>
          </a:xfrm>
          <a:prstGeom prst="rect">
            <a:avLst/>
          </a:prstGeom>
          <a:noFill/>
        </p:spPr>
        <p:txBody>
          <a:bodyPr wrap="square" rtlCol="0">
            <a:spAutoFit/>
          </a:bodyPr>
          <a:lstStyle/>
          <a:p>
            <a:r>
              <a:rPr lang="zh-CN" altLang="en-US">
                <a:solidFill>
                  <a:srgbClr val="314865"/>
                </a:solidFill>
                <a:latin typeface="Arial"/>
                <a:cs typeface="+mn-ea"/>
              </a:rPr>
              <a:t>产品分类管理的实现和产品管理类似，只是操做的表不同而已，并且产品分类一般加入之后就不能删除了。</a:t>
            </a:r>
            <a:endParaRPr lang="zh-CN" altLang="en-US" dirty="0">
              <a:solidFill>
                <a:srgbClr val="314865"/>
              </a:solidFill>
              <a:latin typeface="Arial"/>
              <a:cs typeface="+mn-ea"/>
            </a:endParaRPr>
          </a:p>
        </p:txBody>
      </p:sp>
      <p:pic>
        <p:nvPicPr>
          <p:cNvPr id="8194" name="图片 1">
            <a:extLst>
              <a:ext uri="{FF2B5EF4-FFF2-40B4-BE49-F238E27FC236}">
                <a16:creationId xmlns:a16="http://schemas.microsoft.com/office/drawing/2014/main" id="{9F5B2F68-211C-0FCC-481D-92B8342967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99899" y="2039025"/>
            <a:ext cx="7392202" cy="4283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2854256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2" name="组合 41">
            <a:extLst>
              <a:ext uri="{FF2B5EF4-FFF2-40B4-BE49-F238E27FC236}">
                <a16:creationId xmlns:a16="http://schemas.microsoft.com/office/drawing/2014/main" id="{1ABEDB34-8D7D-4F95-B061-3F80AAFBFA77}"/>
              </a:ext>
            </a:extLst>
          </p:cNvPr>
          <p:cNvGrpSpPr/>
          <p:nvPr/>
        </p:nvGrpSpPr>
        <p:grpSpPr>
          <a:xfrm>
            <a:off x="164616" y="178180"/>
            <a:ext cx="2804616" cy="368580"/>
            <a:chOff x="164616" y="178180"/>
            <a:chExt cx="2804616" cy="368580"/>
          </a:xfrm>
        </p:grpSpPr>
        <p:cxnSp>
          <p:nvCxnSpPr>
            <p:cNvPr id="43" name="直接连接符 42">
              <a:extLst>
                <a:ext uri="{FF2B5EF4-FFF2-40B4-BE49-F238E27FC236}">
                  <a16:creationId xmlns:a16="http://schemas.microsoft.com/office/drawing/2014/main" id="{47AFA606-6701-49F4-A8BE-35A4D8A4DE05}"/>
                </a:ext>
              </a:extLst>
            </p:cNvPr>
            <p:cNvCxnSpPr>
              <a:cxnSpLocks/>
            </p:cNvCxnSpPr>
            <p:nvPr/>
          </p:nvCxnSpPr>
          <p:spPr>
            <a:xfrm flipV="1">
              <a:off x="164616" y="535956"/>
              <a:ext cx="2804616" cy="10804"/>
            </a:xfrm>
            <a:prstGeom prst="line">
              <a:avLst/>
            </a:prstGeom>
            <a:ln>
              <a:solidFill>
                <a:srgbClr val="314865"/>
              </a:solidFill>
            </a:ln>
          </p:spPr>
          <p:style>
            <a:lnRef idx="1">
              <a:schemeClr val="accent1"/>
            </a:lnRef>
            <a:fillRef idx="0">
              <a:schemeClr val="accent1"/>
            </a:fillRef>
            <a:effectRef idx="0">
              <a:schemeClr val="accent1"/>
            </a:effectRef>
            <a:fontRef idx="minor">
              <a:schemeClr val="tx1"/>
            </a:fontRef>
          </p:style>
        </p:cxnSp>
        <p:sp>
          <p:nvSpPr>
            <p:cNvPr id="44" name="文本框 43">
              <a:extLst>
                <a:ext uri="{FF2B5EF4-FFF2-40B4-BE49-F238E27FC236}">
                  <a16:creationId xmlns:a16="http://schemas.microsoft.com/office/drawing/2014/main" id="{92997A45-AA42-4E5B-8211-228C466B9130}"/>
                </a:ext>
              </a:extLst>
            </p:cNvPr>
            <p:cNvSpPr txBox="1"/>
            <p:nvPr/>
          </p:nvSpPr>
          <p:spPr>
            <a:xfrm>
              <a:off x="534486" y="178180"/>
              <a:ext cx="2434746" cy="338554"/>
            </a:xfrm>
            <a:prstGeom prst="rect">
              <a:avLst/>
            </a:prstGeom>
            <a:noFill/>
          </p:spPr>
          <p:txBody>
            <a:bodyPr wrap="square" rtlCol="0">
              <a:spAutoFit/>
            </a:bodyPr>
            <a:lstStyle/>
            <a:p>
              <a:pPr algn="ctr">
                <a:spcBef>
                  <a:spcPct val="20000"/>
                </a:spcBef>
                <a:buClr>
                  <a:schemeClr val="hlink"/>
                </a:buClr>
                <a:buSzPct val="65000"/>
              </a:pPr>
              <a:r>
                <a:rPr lang="zh-CN" altLang="en-US" sz="1600" b="1">
                  <a:solidFill>
                    <a:srgbClr val="314865"/>
                  </a:solidFill>
                  <a:effectLst>
                    <a:innerShdw blurRad="63500" dist="50800" dir="13500000">
                      <a:prstClr val="black">
                        <a:alpha val="50000"/>
                      </a:prstClr>
                    </a:innerShdw>
                  </a:effectLst>
                  <a:latin typeface="Arial"/>
                  <a:ea typeface="微软雅黑"/>
                  <a:sym typeface="Arial"/>
                </a:rPr>
                <a:t>系统功能实现</a:t>
              </a:r>
              <a:endParaRPr lang="zh-CN" altLang="en-US" sz="1600" b="1" dirty="0">
                <a:solidFill>
                  <a:srgbClr val="314865"/>
                </a:solidFill>
                <a:effectLst>
                  <a:innerShdw blurRad="63500" dist="50800" dir="13500000">
                    <a:prstClr val="black">
                      <a:alpha val="50000"/>
                    </a:prstClr>
                  </a:innerShdw>
                </a:effectLst>
                <a:latin typeface="Arial"/>
                <a:ea typeface="微软雅黑"/>
                <a:sym typeface="Arial"/>
              </a:endParaRPr>
            </a:p>
          </p:txBody>
        </p:sp>
        <p:sp>
          <p:nvSpPr>
            <p:cNvPr id="45" name="矩形 44">
              <a:extLst>
                <a:ext uri="{FF2B5EF4-FFF2-40B4-BE49-F238E27FC236}">
                  <a16:creationId xmlns:a16="http://schemas.microsoft.com/office/drawing/2014/main" id="{C0ED3065-FF93-46E7-A78C-AF340786F025}"/>
                </a:ext>
              </a:extLst>
            </p:cNvPr>
            <p:cNvSpPr/>
            <p:nvPr/>
          </p:nvSpPr>
          <p:spPr>
            <a:xfrm>
              <a:off x="164616" y="178180"/>
              <a:ext cx="47829" cy="284416"/>
            </a:xfrm>
            <a:prstGeom prst="rect">
              <a:avLst/>
            </a:prstGeom>
            <a:solidFill>
              <a:srgbClr val="314865"/>
            </a:solidFill>
            <a:ln>
              <a:solidFill>
                <a:srgbClr val="3148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
          <p:nvSpPr>
            <p:cNvPr id="46" name="矩形 45">
              <a:extLst>
                <a:ext uri="{FF2B5EF4-FFF2-40B4-BE49-F238E27FC236}">
                  <a16:creationId xmlns:a16="http://schemas.microsoft.com/office/drawing/2014/main" id="{4F33D129-DCE0-421A-968D-70DD06CEAA65}"/>
                </a:ext>
              </a:extLst>
            </p:cNvPr>
            <p:cNvSpPr/>
            <p:nvPr/>
          </p:nvSpPr>
          <p:spPr>
            <a:xfrm>
              <a:off x="275779" y="252586"/>
              <a:ext cx="47828" cy="210010"/>
            </a:xfrm>
            <a:prstGeom prst="rect">
              <a:avLst/>
            </a:prstGeom>
            <a:solidFill>
              <a:srgbClr val="314865"/>
            </a:solidFill>
            <a:ln>
              <a:solidFill>
                <a:srgbClr val="3148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
          <p:nvSpPr>
            <p:cNvPr id="47" name="矩形 46">
              <a:extLst>
                <a:ext uri="{FF2B5EF4-FFF2-40B4-BE49-F238E27FC236}">
                  <a16:creationId xmlns:a16="http://schemas.microsoft.com/office/drawing/2014/main" id="{8B667072-A78C-44AC-80E8-23E10E8E3B9D}"/>
                </a:ext>
              </a:extLst>
            </p:cNvPr>
            <p:cNvSpPr/>
            <p:nvPr/>
          </p:nvSpPr>
          <p:spPr>
            <a:xfrm flipH="1">
              <a:off x="377808" y="320388"/>
              <a:ext cx="47827" cy="142208"/>
            </a:xfrm>
            <a:prstGeom prst="rect">
              <a:avLst/>
            </a:prstGeom>
            <a:solidFill>
              <a:srgbClr val="314865"/>
            </a:solidFill>
            <a:ln>
              <a:solidFill>
                <a:srgbClr val="3148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grpSp>
      <p:sp>
        <p:nvSpPr>
          <p:cNvPr id="2" name="文本框 1">
            <a:extLst>
              <a:ext uri="{FF2B5EF4-FFF2-40B4-BE49-F238E27FC236}">
                <a16:creationId xmlns:a16="http://schemas.microsoft.com/office/drawing/2014/main" id="{10656058-A3BA-FED1-B6CB-1B397CF86720}"/>
              </a:ext>
            </a:extLst>
          </p:cNvPr>
          <p:cNvSpPr txBox="1"/>
          <p:nvPr/>
        </p:nvSpPr>
        <p:spPr>
          <a:xfrm>
            <a:off x="802433" y="799284"/>
            <a:ext cx="3489649" cy="400110"/>
          </a:xfrm>
          <a:prstGeom prst="rect">
            <a:avLst/>
          </a:prstGeom>
          <a:noFill/>
        </p:spPr>
        <p:txBody>
          <a:bodyPr wrap="square" rtlCol="0">
            <a:spAutoFit/>
          </a:bodyPr>
          <a:lstStyle/>
          <a:p>
            <a:r>
              <a:rPr lang="zh-CN" altLang="en-US" sz="2000"/>
              <a:t>（</a:t>
            </a:r>
            <a:r>
              <a:rPr lang="en-US" altLang="zh-CN" sz="2000">
                <a:solidFill>
                  <a:srgbClr val="314865"/>
                </a:solidFill>
                <a:latin typeface="Arial"/>
                <a:cs typeface="+mn-ea"/>
              </a:rPr>
              <a:t>5</a:t>
            </a:r>
            <a:r>
              <a:rPr lang="zh-CN" altLang="en-US" sz="2000">
                <a:solidFill>
                  <a:srgbClr val="314865"/>
                </a:solidFill>
                <a:latin typeface="Arial"/>
                <a:cs typeface="+mn-ea"/>
              </a:rPr>
              <a:t>）订单实现</a:t>
            </a:r>
            <a:endParaRPr lang="zh-CN" altLang="en-US" sz="2000" dirty="0">
              <a:solidFill>
                <a:srgbClr val="314865"/>
              </a:solidFill>
              <a:latin typeface="Arial"/>
              <a:cs typeface="+mn-ea"/>
            </a:endParaRPr>
          </a:p>
        </p:txBody>
      </p:sp>
      <p:sp>
        <p:nvSpPr>
          <p:cNvPr id="3" name="文本框 2">
            <a:extLst>
              <a:ext uri="{FF2B5EF4-FFF2-40B4-BE49-F238E27FC236}">
                <a16:creationId xmlns:a16="http://schemas.microsoft.com/office/drawing/2014/main" id="{FC9A1BAC-E430-AE41-8373-65897BA32B3F}"/>
              </a:ext>
            </a:extLst>
          </p:cNvPr>
          <p:cNvSpPr txBox="1"/>
          <p:nvPr/>
        </p:nvSpPr>
        <p:spPr>
          <a:xfrm>
            <a:off x="957974" y="1296044"/>
            <a:ext cx="10274708" cy="646331"/>
          </a:xfrm>
          <a:prstGeom prst="rect">
            <a:avLst/>
          </a:prstGeom>
          <a:noFill/>
        </p:spPr>
        <p:txBody>
          <a:bodyPr wrap="square" rtlCol="0">
            <a:spAutoFit/>
          </a:bodyPr>
          <a:lstStyle/>
          <a:p>
            <a:r>
              <a:rPr lang="zh-CN" altLang="en-US">
                <a:solidFill>
                  <a:srgbClr val="314865"/>
                </a:solidFill>
                <a:latin typeface="Arial"/>
                <a:cs typeface="+mn-ea"/>
              </a:rPr>
              <a:t>用户必须是在登录状态下才可以下单，其下单途径有两种，一个是直接在产品详情页里面直接购买，一个是先加入购物车再下单购买。</a:t>
            </a:r>
            <a:endParaRPr lang="zh-CN" altLang="en-US" dirty="0">
              <a:solidFill>
                <a:srgbClr val="314865"/>
              </a:solidFill>
              <a:latin typeface="Arial"/>
              <a:cs typeface="+mn-ea"/>
            </a:endParaRPr>
          </a:p>
        </p:txBody>
      </p:sp>
      <p:pic>
        <p:nvPicPr>
          <p:cNvPr id="2050" name="图片 1">
            <a:extLst>
              <a:ext uri="{FF2B5EF4-FFF2-40B4-BE49-F238E27FC236}">
                <a16:creationId xmlns:a16="http://schemas.microsoft.com/office/drawing/2014/main" id="{622A5CF1-3697-49F0-8798-E0F97ECC5D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88657" y="2039025"/>
            <a:ext cx="6814686" cy="4365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1651034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2" name="组合 41">
            <a:extLst>
              <a:ext uri="{FF2B5EF4-FFF2-40B4-BE49-F238E27FC236}">
                <a16:creationId xmlns:a16="http://schemas.microsoft.com/office/drawing/2014/main" id="{1ABEDB34-8D7D-4F95-B061-3F80AAFBFA77}"/>
              </a:ext>
            </a:extLst>
          </p:cNvPr>
          <p:cNvGrpSpPr/>
          <p:nvPr/>
        </p:nvGrpSpPr>
        <p:grpSpPr>
          <a:xfrm>
            <a:off x="164616" y="178180"/>
            <a:ext cx="2804616" cy="368580"/>
            <a:chOff x="164616" y="178180"/>
            <a:chExt cx="2804616" cy="368580"/>
          </a:xfrm>
        </p:grpSpPr>
        <p:cxnSp>
          <p:nvCxnSpPr>
            <p:cNvPr id="43" name="直接连接符 42">
              <a:extLst>
                <a:ext uri="{FF2B5EF4-FFF2-40B4-BE49-F238E27FC236}">
                  <a16:creationId xmlns:a16="http://schemas.microsoft.com/office/drawing/2014/main" id="{47AFA606-6701-49F4-A8BE-35A4D8A4DE05}"/>
                </a:ext>
              </a:extLst>
            </p:cNvPr>
            <p:cNvCxnSpPr>
              <a:cxnSpLocks/>
            </p:cNvCxnSpPr>
            <p:nvPr/>
          </p:nvCxnSpPr>
          <p:spPr>
            <a:xfrm flipV="1">
              <a:off x="164616" y="535956"/>
              <a:ext cx="2804616" cy="10804"/>
            </a:xfrm>
            <a:prstGeom prst="line">
              <a:avLst/>
            </a:prstGeom>
            <a:ln>
              <a:solidFill>
                <a:srgbClr val="314865"/>
              </a:solidFill>
            </a:ln>
          </p:spPr>
          <p:style>
            <a:lnRef idx="1">
              <a:schemeClr val="accent1"/>
            </a:lnRef>
            <a:fillRef idx="0">
              <a:schemeClr val="accent1"/>
            </a:fillRef>
            <a:effectRef idx="0">
              <a:schemeClr val="accent1"/>
            </a:effectRef>
            <a:fontRef idx="minor">
              <a:schemeClr val="tx1"/>
            </a:fontRef>
          </p:style>
        </p:cxnSp>
        <p:sp>
          <p:nvSpPr>
            <p:cNvPr id="44" name="文本框 43">
              <a:extLst>
                <a:ext uri="{FF2B5EF4-FFF2-40B4-BE49-F238E27FC236}">
                  <a16:creationId xmlns:a16="http://schemas.microsoft.com/office/drawing/2014/main" id="{92997A45-AA42-4E5B-8211-228C466B9130}"/>
                </a:ext>
              </a:extLst>
            </p:cNvPr>
            <p:cNvSpPr txBox="1"/>
            <p:nvPr/>
          </p:nvSpPr>
          <p:spPr>
            <a:xfrm>
              <a:off x="534486" y="178180"/>
              <a:ext cx="2434746" cy="338554"/>
            </a:xfrm>
            <a:prstGeom prst="rect">
              <a:avLst/>
            </a:prstGeom>
            <a:noFill/>
          </p:spPr>
          <p:txBody>
            <a:bodyPr wrap="square" rtlCol="0">
              <a:spAutoFit/>
            </a:bodyPr>
            <a:lstStyle/>
            <a:p>
              <a:pPr algn="ctr">
                <a:spcBef>
                  <a:spcPct val="20000"/>
                </a:spcBef>
                <a:buClr>
                  <a:schemeClr val="hlink"/>
                </a:buClr>
                <a:buSzPct val="65000"/>
              </a:pPr>
              <a:r>
                <a:rPr lang="zh-CN" altLang="en-US" sz="1600" b="1">
                  <a:solidFill>
                    <a:srgbClr val="314865"/>
                  </a:solidFill>
                  <a:effectLst>
                    <a:innerShdw blurRad="63500" dist="50800" dir="13500000">
                      <a:prstClr val="black">
                        <a:alpha val="50000"/>
                      </a:prstClr>
                    </a:innerShdw>
                  </a:effectLst>
                  <a:latin typeface="Arial"/>
                  <a:ea typeface="微软雅黑"/>
                  <a:sym typeface="Arial"/>
                </a:rPr>
                <a:t>系统功能实现</a:t>
              </a:r>
              <a:endParaRPr lang="zh-CN" altLang="en-US" sz="1600" b="1" dirty="0">
                <a:solidFill>
                  <a:srgbClr val="314865"/>
                </a:solidFill>
                <a:effectLst>
                  <a:innerShdw blurRad="63500" dist="50800" dir="13500000">
                    <a:prstClr val="black">
                      <a:alpha val="50000"/>
                    </a:prstClr>
                  </a:innerShdw>
                </a:effectLst>
                <a:latin typeface="Arial"/>
                <a:ea typeface="微软雅黑"/>
                <a:sym typeface="Arial"/>
              </a:endParaRPr>
            </a:p>
          </p:txBody>
        </p:sp>
        <p:sp>
          <p:nvSpPr>
            <p:cNvPr id="45" name="矩形 44">
              <a:extLst>
                <a:ext uri="{FF2B5EF4-FFF2-40B4-BE49-F238E27FC236}">
                  <a16:creationId xmlns:a16="http://schemas.microsoft.com/office/drawing/2014/main" id="{C0ED3065-FF93-46E7-A78C-AF340786F025}"/>
                </a:ext>
              </a:extLst>
            </p:cNvPr>
            <p:cNvSpPr/>
            <p:nvPr/>
          </p:nvSpPr>
          <p:spPr>
            <a:xfrm>
              <a:off x="164616" y="178180"/>
              <a:ext cx="47829" cy="284416"/>
            </a:xfrm>
            <a:prstGeom prst="rect">
              <a:avLst/>
            </a:prstGeom>
            <a:solidFill>
              <a:srgbClr val="314865"/>
            </a:solidFill>
            <a:ln>
              <a:solidFill>
                <a:srgbClr val="3148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
          <p:nvSpPr>
            <p:cNvPr id="46" name="矩形 45">
              <a:extLst>
                <a:ext uri="{FF2B5EF4-FFF2-40B4-BE49-F238E27FC236}">
                  <a16:creationId xmlns:a16="http://schemas.microsoft.com/office/drawing/2014/main" id="{4F33D129-DCE0-421A-968D-70DD06CEAA65}"/>
                </a:ext>
              </a:extLst>
            </p:cNvPr>
            <p:cNvSpPr/>
            <p:nvPr/>
          </p:nvSpPr>
          <p:spPr>
            <a:xfrm>
              <a:off x="275779" y="252586"/>
              <a:ext cx="47828" cy="210010"/>
            </a:xfrm>
            <a:prstGeom prst="rect">
              <a:avLst/>
            </a:prstGeom>
            <a:solidFill>
              <a:srgbClr val="314865"/>
            </a:solidFill>
            <a:ln>
              <a:solidFill>
                <a:srgbClr val="3148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
          <p:nvSpPr>
            <p:cNvPr id="47" name="矩形 46">
              <a:extLst>
                <a:ext uri="{FF2B5EF4-FFF2-40B4-BE49-F238E27FC236}">
                  <a16:creationId xmlns:a16="http://schemas.microsoft.com/office/drawing/2014/main" id="{8B667072-A78C-44AC-80E8-23E10E8E3B9D}"/>
                </a:ext>
              </a:extLst>
            </p:cNvPr>
            <p:cNvSpPr/>
            <p:nvPr/>
          </p:nvSpPr>
          <p:spPr>
            <a:xfrm flipH="1">
              <a:off x="377808" y="320388"/>
              <a:ext cx="47827" cy="142208"/>
            </a:xfrm>
            <a:prstGeom prst="rect">
              <a:avLst/>
            </a:prstGeom>
            <a:solidFill>
              <a:srgbClr val="314865"/>
            </a:solidFill>
            <a:ln>
              <a:solidFill>
                <a:srgbClr val="3148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grpSp>
      <p:sp>
        <p:nvSpPr>
          <p:cNvPr id="2" name="文本框 1">
            <a:extLst>
              <a:ext uri="{FF2B5EF4-FFF2-40B4-BE49-F238E27FC236}">
                <a16:creationId xmlns:a16="http://schemas.microsoft.com/office/drawing/2014/main" id="{10656058-A3BA-FED1-B6CB-1B397CF86720}"/>
              </a:ext>
            </a:extLst>
          </p:cNvPr>
          <p:cNvSpPr txBox="1"/>
          <p:nvPr/>
        </p:nvSpPr>
        <p:spPr>
          <a:xfrm>
            <a:off x="802433" y="799284"/>
            <a:ext cx="3489649" cy="400110"/>
          </a:xfrm>
          <a:prstGeom prst="rect">
            <a:avLst/>
          </a:prstGeom>
          <a:noFill/>
        </p:spPr>
        <p:txBody>
          <a:bodyPr wrap="square" rtlCol="0">
            <a:spAutoFit/>
          </a:bodyPr>
          <a:lstStyle/>
          <a:p>
            <a:r>
              <a:rPr lang="zh-CN" altLang="en-US" sz="2000"/>
              <a:t>（</a:t>
            </a:r>
            <a:r>
              <a:rPr lang="en-US" altLang="zh-CN" sz="2000">
                <a:solidFill>
                  <a:srgbClr val="314865"/>
                </a:solidFill>
                <a:latin typeface="Arial"/>
                <a:cs typeface="+mn-ea"/>
              </a:rPr>
              <a:t>6</a:t>
            </a:r>
            <a:r>
              <a:rPr lang="zh-CN" altLang="en-US" sz="2000">
                <a:solidFill>
                  <a:srgbClr val="314865"/>
                </a:solidFill>
                <a:latin typeface="Arial"/>
                <a:cs typeface="+mn-ea"/>
              </a:rPr>
              <a:t>）评价实现</a:t>
            </a:r>
            <a:endParaRPr lang="zh-CN" altLang="en-US" sz="2000" dirty="0">
              <a:solidFill>
                <a:srgbClr val="314865"/>
              </a:solidFill>
              <a:latin typeface="Arial"/>
              <a:cs typeface="+mn-ea"/>
            </a:endParaRPr>
          </a:p>
        </p:txBody>
      </p:sp>
      <p:sp>
        <p:nvSpPr>
          <p:cNvPr id="3" name="文本框 2">
            <a:extLst>
              <a:ext uri="{FF2B5EF4-FFF2-40B4-BE49-F238E27FC236}">
                <a16:creationId xmlns:a16="http://schemas.microsoft.com/office/drawing/2014/main" id="{FC9A1BAC-E430-AE41-8373-65897BA32B3F}"/>
              </a:ext>
            </a:extLst>
          </p:cNvPr>
          <p:cNvSpPr txBox="1"/>
          <p:nvPr/>
        </p:nvSpPr>
        <p:spPr>
          <a:xfrm>
            <a:off x="957974" y="1296044"/>
            <a:ext cx="10274708" cy="646331"/>
          </a:xfrm>
          <a:prstGeom prst="rect">
            <a:avLst/>
          </a:prstGeom>
          <a:noFill/>
        </p:spPr>
        <p:txBody>
          <a:bodyPr wrap="square" rtlCol="0">
            <a:spAutoFit/>
          </a:bodyPr>
          <a:lstStyle/>
          <a:p>
            <a:r>
              <a:rPr lang="zh-CN" altLang="en-US">
                <a:solidFill>
                  <a:srgbClr val="314865"/>
                </a:solidFill>
                <a:latin typeface="Arial"/>
                <a:cs typeface="+mn-ea"/>
              </a:rPr>
              <a:t>用户必须是在登录状态下才能进行评价，并且评价只能进行一次，评价途径有两种，一个是确认收货以后直接点击评价，一个是确认收货以后到已完成中找到对应的产品点击评价按钮进行评价。</a:t>
            </a:r>
            <a:endParaRPr lang="zh-CN" altLang="en-US" dirty="0">
              <a:solidFill>
                <a:srgbClr val="314865"/>
              </a:solidFill>
              <a:latin typeface="Arial"/>
              <a:cs typeface="+mn-ea"/>
            </a:endParaRPr>
          </a:p>
        </p:txBody>
      </p:sp>
      <p:pic>
        <p:nvPicPr>
          <p:cNvPr id="7170" name="图片 1">
            <a:extLst>
              <a:ext uri="{FF2B5EF4-FFF2-40B4-BE49-F238E27FC236}">
                <a16:creationId xmlns:a16="http://schemas.microsoft.com/office/drawing/2014/main" id="{DC4C98C3-563A-7E80-6352-A90E58BF27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45222" y="2343701"/>
            <a:ext cx="7700211" cy="34410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9739946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a:extLst>
              <a:ext uri="{FF2B5EF4-FFF2-40B4-BE49-F238E27FC236}">
                <a16:creationId xmlns:a16="http://schemas.microsoft.com/office/drawing/2014/main" id="{F3ED1043-FFC5-49CC-9203-938CA2EB22E8}"/>
              </a:ext>
            </a:extLst>
          </p:cNvPr>
          <p:cNvSpPr/>
          <p:nvPr/>
        </p:nvSpPr>
        <p:spPr>
          <a:xfrm>
            <a:off x="1384267" y="2738950"/>
            <a:ext cx="9655728" cy="1107996"/>
          </a:xfrm>
          <a:prstGeom prst="rect">
            <a:avLst/>
          </a:prstGeom>
          <a:solidFill>
            <a:srgbClr val="314865"/>
          </a:solidFill>
          <a:ln>
            <a:solidFill>
              <a:schemeClr val="tx1">
                <a:lumMod val="75000"/>
                <a:lumOff val="25000"/>
              </a:schemeClr>
            </a:solidFill>
          </a:ln>
        </p:spPr>
        <p:txBody>
          <a:bodyPr wrap="square">
            <a:spAutoFit/>
          </a:bodyPr>
          <a:lstStyle/>
          <a:p>
            <a:pPr algn="ctr"/>
            <a:r>
              <a:rPr lang="zh-CN" altLang="en-US" sz="6600" b="1" dirty="0">
                <a:solidFill>
                  <a:schemeClr val="bg1"/>
                </a:solidFill>
                <a:effectLst>
                  <a:outerShdw blurRad="38100" dist="38100" dir="2700000" algn="tl">
                    <a:srgbClr val="000000">
                      <a:alpha val="43137"/>
                    </a:srgbClr>
                  </a:outerShdw>
                </a:effectLst>
                <a:latin typeface="Arial"/>
                <a:ea typeface="微软雅黑"/>
                <a:sym typeface="Arial"/>
              </a:rPr>
              <a:t>感谢聆听</a:t>
            </a:r>
          </a:p>
        </p:txBody>
      </p:sp>
    </p:spTree>
    <p:extLst>
      <p:ext uri="{BB962C8B-B14F-4D97-AF65-F5344CB8AC3E}">
        <p14:creationId xmlns:p14="http://schemas.microsoft.com/office/powerpoint/2010/main" val="421265660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2017工作总结与2018工作规划PPT模板"/>
</p:tagLst>
</file>

<file path=ppt/tags/tag2.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OTHERS"/>
  <p:tag name="ID" val="553512"/>
</p:tagLst>
</file>

<file path=ppt/tags/tag3.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OTHERS"/>
  <p:tag name="ID" val="553512"/>
</p:tagLst>
</file>

<file path=ppt/tags/tag4.xml><?xml version="1.0" encoding="utf-8"?>
<p:tagLst xmlns:a="http://schemas.openxmlformats.org/drawingml/2006/main" xmlns:r="http://schemas.openxmlformats.org/officeDocument/2006/relationships" xmlns:p="http://schemas.openxmlformats.org/presentationml/2006/main">
  <p:tag name="MH" val="20161022204031"/>
  <p:tag name="MH_LIBRARY" val="GRAPHIC"/>
  <p:tag name="MH_ORDER" val="文本框 2"/>
</p:tagLst>
</file>

<file path=ppt/tags/tag5.xml><?xml version="1.0" encoding="utf-8"?>
<p:tagLst xmlns:a="http://schemas.openxmlformats.org/drawingml/2006/main" xmlns:r="http://schemas.openxmlformats.org/officeDocument/2006/relationships" xmlns:p="http://schemas.openxmlformats.org/presentationml/2006/main">
  <p:tag name="MH" val="20161022204031"/>
  <p:tag name="MH_LIBRARY" val="GRAPHIC"/>
  <p:tag name="MH_ORDER" val="Straight Connector 6"/>
</p:tagLst>
</file>

<file path=ppt/tags/tag6.xml><?xml version="1.0" encoding="utf-8"?>
<p:tagLst xmlns:a="http://schemas.openxmlformats.org/drawingml/2006/main" xmlns:r="http://schemas.openxmlformats.org/officeDocument/2006/relationships" xmlns:p="http://schemas.openxmlformats.org/presentationml/2006/main">
  <p:tag name="MH" val="20161022204031"/>
  <p:tag name="MH_LIBRARY" val="GRAPHIC"/>
  <p:tag name="MH_ORDER" val="文本框 2"/>
</p:tagLst>
</file>

<file path=ppt/tags/tag7.xml><?xml version="1.0" encoding="utf-8"?>
<p:tagLst xmlns:a="http://schemas.openxmlformats.org/drawingml/2006/main" xmlns:r="http://schemas.openxmlformats.org/officeDocument/2006/relationships" xmlns:p="http://schemas.openxmlformats.org/presentationml/2006/main">
  <p:tag name="MH" val="20161022204031"/>
  <p:tag name="MH_LIBRARY" val="GRAPHIC"/>
  <p:tag name="MH_ORDER" val="Straight Connector 6"/>
</p:tagLst>
</file>

<file path=ppt/tags/tag8.xml><?xml version="1.0" encoding="utf-8"?>
<p:tagLst xmlns:a="http://schemas.openxmlformats.org/drawingml/2006/main" xmlns:r="http://schemas.openxmlformats.org/officeDocument/2006/relationships" xmlns:p="http://schemas.openxmlformats.org/presentationml/2006/main">
  <p:tag name="MH" val="20161022204031"/>
  <p:tag name="MH_LIBRARY" val="GRAPHIC"/>
  <p:tag name="MH_ORDER" val="文本框 2"/>
</p:tagLst>
</file>

<file path=ppt/tags/tag9.xml><?xml version="1.0" encoding="utf-8"?>
<p:tagLst xmlns:a="http://schemas.openxmlformats.org/drawingml/2006/main" xmlns:r="http://schemas.openxmlformats.org/officeDocument/2006/relationships" xmlns:p="http://schemas.openxmlformats.org/presentationml/2006/main">
  <p:tag name="MH" val="20161022204031"/>
  <p:tag name="MH_LIBRARY" val="GRAPHIC"/>
  <p:tag name="MH_ORDER" val="Straight Connector 6"/>
</p:tagLst>
</file>

<file path=ppt/tags/tag10.xml><?xml version="1.0" encoding="utf-8"?>
<p:tagLst xmlns:a="http://schemas.openxmlformats.org/drawingml/2006/main" xmlns:r="http://schemas.openxmlformats.org/officeDocument/2006/relationships" xmlns:p="http://schemas.openxmlformats.org/presentationml/2006/main">
  <p:tag name="MH" val="20161022204031"/>
  <p:tag name="MH_LIBRARY" val="GRAPHIC"/>
  <p:tag name="MH_ORDER" val="文本框 2"/>
</p:tagLst>
</file>

<file path=ppt/tags/tag11.xml><?xml version="1.0" encoding="utf-8"?>
<p:tagLst xmlns:a="http://schemas.openxmlformats.org/drawingml/2006/main" xmlns:r="http://schemas.openxmlformats.org/officeDocument/2006/relationships" xmlns:p="http://schemas.openxmlformats.org/presentationml/2006/main">
  <p:tag name="MH" val="20161022204031"/>
  <p:tag name="MH_LIBRARY" val="GRAPHIC"/>
  <p:tag name="MH_ORDER" val="Straight Connector 6"/>
</p:tagLst>
</file>

<file path=ppt/tags/tag12.xml><?xml version="1.0" encoding="utf-8"?>
<p:tagLst xmlns:a="http://schemas.openxmlformats.org/drawingml/2006/main" xmlns:r="http://schemas.openxmlformats.org/officeDocument/2006/relationships" xmlns:p="http://schemas.openxmlformats.org/presentationml/2006/main">
  <p:tag name="MH" val="20161022204031"/>
  <p:tag name="MH_LIBRARY" val="GRAPHIC"/>
  <p:tag name="MH_ORDER" val="文本框 2"/>
</p:tagLst>
</file>

<file path=ppt/tags/tag13.xml><?xml version="1.0" encoding="utf-8"?>
<p:tagLst xmlns:a="http://schemas.openxmlformats.org/drawingml/2006/main" xmlns:r="http://schemas.openxmlformats.org/officeDocument/2006/relationships" xmlns:p="http://schemas.openxmlformats.org/presentationml/2006/main">
  <p:tag name="MH" val="20161022204031"/>
  <p:tag name="MH_LIBRARY" val="GRAPHIC"/>
  <p:tag name="MH_ORDER" val="Straight Connector 6"/>
</p:tagLst>
</file>

<file path=ppt/theme/theme1.xml><?xml version="1.0" encoding="utf-8"?>
<a:theme xmlns:a="http://schemas.openxmlformats.org/drawingml/2006/main" name="第一PPT，www.1ppt.com">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1">
      <a:majorFont>
        <a:latin typeface="Franklin Gothic Medium"/>
        <a:ea typeface="微软雅黑"/>
        <a:cs typeface=""/>
      </a:majorFont>
      <a:minorFont>
        <a:latin typeface="Franklin Gothic Book"/>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924</TotalTime>
  <Words>2174</Words>
  <Application>Microsoft Office PowerPoint</Application>
  <PresentationFormat>宽屏</PresentationFormat>
  <Paragraphs>419</Paragraphs>
  <Slides>33</Slides>
  <Notes>33</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33</vt:i4>
      </vt:variant>
    </vt:vector>
  </HeadingPairs>
  <TitlesOfParts>
    <vt:vector size="38" baseType="lpstr">
      <vt:lpstr>Arial</vt:lpstr>
      <vt:lpstr>Calibri</vt:lpstr>
      <vt:lpstr>Times New Roman</vt:lpstr>
      <vt:lpstr>Wingdings</vt:lpstr>
      <vt:lpstr>第一PPT，www.1ppt.com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简洁工作计划</dc:title>
  <dc:creator>第一PPT</dc:creator>
  <cp:keywords>www.1ppt.com</cp:keywords>
  <cp:lastModifiedBy>jxiao liu</cp:lastModifiedBy>
  <cp:revision>239</cp:revision>
  <dcterms:created xsi:type="dcterms:W3CDTF">2013-07-01T03:05:36Z</dcterms:created>
  <dcterms:modified xsi:type="dcterms:W3CDTF">2024-08-28T01:51:07Z</dcterms:modified>
</cp:coreProperties>
</file>